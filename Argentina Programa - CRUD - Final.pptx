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707" r:id="rId2"/>
    <p:sldId id="525" r:id="rId3"/>
    <p:sldId id="662" r:id="rId4"/>
    <p:sldId id="783" r:id="rId5"/>
    <p:sldId id="784" r:id="rId6"/>
    <p:sldId id="785" r:id="rId7"/>
    <p:sldId id="786" r:id="rId8"/>
    <p:sldId id="787" r:id="rId9"/>
    <p:sldId id="788" r:id="rId10"/>
    <p:sldId id="789" r:id="rId11"/>
    <p:sldId id="791" r:id="rId12"/>
    <p:sldId id="792" r:id="rId13"/>
    <p:sldId id="793" r:id="rId14"/>
    <p:sldId id="794" r:id="rId15"/>
    <p:sldId id="795" r:id="rId16"/>
    <p:sldId id="800" r:id="rId17"/>
    <p:sldId id="774" r:id="rId18"/>
    <p:sldId id="796" r:id="rId19"/>
    <p:sldId id="797" r:id="rId20"/>
    <p:sldId id="798" r:id="rId21"/>
    <p:sldId id="799" r:id="rId22"/>
    <p:sldId id="801" r:id="rId23"/>
    <p:sldId id="802" r:id="rId24"/>
    <p:sldId id="803" r:id="rId25"/>
    <p:sldId id="804" r:id="rId26"/>
    <p:sldId id="805" r:id="rId27"/>
    <p:sldId id="806" r:id="rId28"/>
    <p:sldId id="808" r:id="rId29"/>
    <p:sldId id="807" r:id="rId30"/>
    <p:sldId id="809" r:id="rId31"/>
    <p:sldId id="810" r:id="rId32"/>
    <p:sldId id="811" r:id="rId33"/>
    <p:sldId id="812" r:id="rId34"/>
    <p:sldId id="813" r:id="rId35"/>
    <p:sldId id="814" r:id="rId36"/>
    <p:sldId id="815" r:id="rId37"/>
    <p:sldId id="823" r:id="rId38"/>
    <p:sldId id="816" r:id="rId39"/>
    <p:sldId id="817" r:id="rId40"/>
    <p:sldId id="826" r:id="rId41"/>
    <p:sldId id="827" r:id="rId42"/>
    <p:sldId id="828" r:id="rId43"/>
    <p:sldId id="829" r:id="rId44"/>
    <p:sldId id="824" r:id="rId45"/>
    <p:sldId id="820" r:id="rId46"/>
    <p:sldId id="818" r:id="rId47"/>
    <p:sldId id="819" r:id="rId48"/>
    <p:sldId id="831" r:id="rId49"/>
    <p:sldId id="821" r:id="rId50"/>
    <p:sldId id="834" r:id="rId51"/>
    <p:sldId id="835" r:id="rId52"/>
    <p:sldId id="836" r:id="rId53"/>
    <p:sldId id="832" r:id="rId54"/>
    <p:sldId id="833" r:id="rId55"/>
    <p:sldId id="822" r:id="rId56"/>
    <p:sldId id="837" r:id="rId57"/>
    <p:sldId id="838" r:id="rId58"/>
    <p:sldId id="839" r:id="rId59"/>
    <p:sldId id="840" r:id="rId60"/>
    <p:sldId id="841" r:id="rId61"/>
    <p:sldId id="842" r:id="rId62"/>
    <p:sldId id="302" r:id="rId6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A54"/>
    <a:srgbClr val="FDE23D"/>
    <a:srgbClr val="FBE8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p:scale>
          <a:sx n="80" d="100"/>
          <a:sy n="80" d="100"/>
        </p:scale>
        <p:origin x="-348"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4" y="0"/>
            <a:ext cx="2971800" cy="458788"/>
          </a:xfrm>
          <a:prstGeom prst="rect">
            <a:avLst/>
          </a:prstGeom>
        </p:spPr>
        <p:txBody>
          <a:bodyPr vert="horz" lIns="91440" tIns="45720" rIns="91440" bIns="45720" rtlCol="0"/>
          <a:lstStyle>
            <a:lvl1pPr algn="r">
              <a:defRPr sz="1200"/>
            </a:lvl1pPr>
          </a:lstStyle>
          <a:p>
            <a:fld id="{63BE8C58-22A4-4B46-91FB-20BA2CD12ABB}" type="datetimeFigureOut">
              <a:rPr lang="es-AR" smtClean="0"/>
              <a:t>18/4/2022</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1"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4" y="8685213"/>
            <a:ext cx="2971800" cy="458787"/>
          </a:xfrm>
          <a:prstGeom prst="rect">
            <a:avLst/>
          </a:prstGeom>
        </p:spPr>
        <p:txBody>
          <a:bodyPr vert="horz" lIns="91440" tIns="45720" rIns="91440" bIns="45720" rtlCol="0" anchor="b"/>
          <a:lstStyle>
            <a:lvl1pPr algn="r">
              <a:defRPr sz="1200"/>
            </a:lvl1pPr>
          </a:lstStyle>
          <a:p>
            <a:fld id="{C45ED687-2B03-400F-8981-3FC495799291}" type="slidenum">
              <a:rPr lang="es-AR" smtClean="0"/>
              <a:t>‹Nº›</a:t>
            </a:fld>
            <a:endParaRPr lang="es-AR"/>
          </a:p>
        </p:txBody>
      </p:sp>
    </p:spTree>
    <p:extLst>
      <p:ext uri="{BB962C8B-B14F-4D97-AF65-F5344CB8AC3E}">
        <p14:creationId xmlns:p14="http://schemas.microsoft.com/office/powerpoint/2010/main" val="304643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31: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1863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4" name="Google Shape;14;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5401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836079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45"/>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3" name="Google Shape;33;p4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97421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46"/>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4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02790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47"/>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47"/>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47"/>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42" name="Google Shape;42;p4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19371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48"/>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800"/>
              <a:buNone/>
              <a:defRPr/>
            </a:lvl1pPr>
          </a:lstStyle>
          <a:p>
            <a:endParaRPr/>
          </a:p>
        </p:txBody>
      </p:sp>
      <p:sp>
        <p:nvSpPr>
          <p:cNvPr id="45" name="Google Shape;45;p4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1933237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13915634"/>
      </p:ext>
    </p:extLst>
  </p:cSld>
  <p:clrMap bg1="lt1" tx1="dk1" bg2="dk2" tx2="lt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69" r:id="rId5"/>
    <p:sldLayoutId id="2147483670" r:id="rId6"/>
  </p:sldLayoutIdLst>
  <mc:AlternateContent xmlns:mc="http://schemas.openxmlformats.org/markup-compatibility/2006" xmlns:p14="http://schemas.microsoft.com/office/powerpoint/2010/main">
    <mc:Choice Requires="p14">
      <p:transition spd="slow" p14:dur="25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www.npmjs.com/package/ngx-toastr"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hyperlink" Target="https://fontawesome.com/icons"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4"/>
            <a:ext cx="11131990" cy="468473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Índice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742950" lvl="1" indent="-285750">
              <a:buFont typeface="Arial" pitchFamily="34" charset="0"/>
              <a:buChar char="•"/>
            </a:pPr>
            <a:r>
              <a:rPr lang="es-AR" dirty="0" smtClean="0">
                <a:sym typeface="Georgia"/>
              </a:rPr>
              <a:t>Spring </a:t>
            </a:r>
            <a:r>
              <a:rPr lang="es-AR" dirty="0" err="1">
                <a:sym typeface="Georgia"/>
              </a:rPr>
              <a:t>Boot</a:t>
            </a:r>
            <a:r>
              <a:rPr lang="es-AR" dirty="0">
                <a:sym typeface="Georgia"/>
              </a:rPr>
              <a:t> Java </a:t>
            </a:r>
            <a:r>
              <a:rPr lang="es-ES" smtClean="0">
                <a:sym typeface="Georgia"/>
              </a:rPr>
              <a:t>…</a:t>
            </a:r>
            <a:endParaRPr lang="es-ES" b="1" dirty="0">
              <a:latin typeface="Encode Sans" panose="020B0604020202020204"/>
              <a:ea typeface="Calibri" panose="020F0502020204030204" pitchFamily="34" charset="0"/>
            </a:endParaRPr>
          </a:p>
          <a:p>
            <a:pPr marL="285750" indent="-285750">
              <a:buFont typeface="Arial" pitchFamily="34" charset="0"/>
              <a:buChar char="•"/>
            </a:pP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339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a:t>
            </a:r>
            <a:r>
              <a:rPr lang="es-AR" sz="4000" b="1" dirty="0" err="1" smtClean="0">
                <a:solidFill>
                  <a:srgbClr val="0070C0"/>
                </a:solidFill>
                <a:latin typeface="Georgia"/>
                <a:ea typeface="Georgia"/>
                <a:cs typeface="Georgia"/>
                <a:sym typeface="Georgia"/>
              </a:rPr>
              <a:t>Boot</a:t>
            </a:r>
            <a:r>
              <a:rPr lang="es-AR" sz="4000" b="1" dirty="0" smtClean="0">
                <a:solidFill>
                  <a:srgbClr val="0070C0"/>
                </a:solidFill>
                <a:latin typeface="Georgia"/>
                <a:ea typeface="Georgia"/>
                <a:cs typeface="Georgia"/>
                <a:sym typeface="Georgia"/>
              </a:rPr>
              <a:t> Java </a:t>
            </a:r>
          </a:p>
          <a:p>
            <a:r>
              <a:rPr lang="es-AR" sz="4000" b="1" dirty="0" smtClean="0">
                <a:solidFill>
                  <a:srgbClr val="0070C0"/>
                </a:solidFill>
                <a:latin typeface="Georgia"/>
                <a:ea typeface="Georgia"/>
                <a:cs typeface="Georgia"/>
                <a:sym typeface="Georgia"/>
              </a:rPr>
              <a:t>Modificando interfaz y controlador de nuestro CRUD y algo más– </a:t>
            </a:r>
            <a:r>
              <a:rPr lang="es-AR" sz="4000" b="1" dirty="0" err="1" smtClean="0">
                <a:solidFill>
                  <a:srgbClr val="0070C0"/>
                </a:solidFill>
                <a:latin typeface="Georgia"/>
                <a:ea typeface="Georgia"/>
                <a:cs typeface="Georgia"/>
                <a:sym typeface="Georgia"/>
              </a:rPr>
              <a:t>Backend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952494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445909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interfaz y controlador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S</a:t>
            </a:r>
            <a:r>
              <a:rPr lang="es-ES" dirty="0" smtClean="0"/>
              <a:t>obre los métodos que generamos para nuestra clase controlador CRUD modificaremos nuevamente los métodos ya que buscaremos realizar un proceso de verificación de datos antes de realizar la correspondiente acción en curso.</a:t>
            </a:r>
          </a:p>
          <a:p>
            <a:pPr marL="285750" indent="-285750">
              <a:buFont typeface="Arial" pitchFamily="34" charset="0"/>
              <a:buChar char="•"/>
            </a:pPr>
            <a:endParaRPr lang="es-ES" dirty="0"/>
          </a:p>
          <a:p>
            <a:pPr marL="285750" indent="-285750">
              <a:buFont typeface="Arial" pitchFamily="34" charset="0"/>
              <a:buChar char="•"/>
            </a:pPr>
            <a:r>
              <a:rPr lang="es-ES" dirty="0" smtClean="0"/>
              <a:t>Para lograr esto deberemos de crear una clase llamada Mensaje la cual se compondrá de un atributo de tipo </a:t>
            </a:r>
            <a:r>
              <a:rPr lang="es-ES" dirty="0" err="1" smtClean="0"/>
              <a:t>String</a:t>
            </a:r>
            <a:r>
              <a:rPr lang="es-ES" dirty="0" smtClean="0"/>
              <a:t> con el que manejaremos los distintos mensajes que desearemos enviar como respuesta de las distintas validaciones que realizaremos sobre los datos que llegan desde el exterior para ser procesados y tratados en la base de datos.</a:t>
            </a:r>
          </a:p>
          <a:p>
            <a:pPr marL="285750" indent="-285750">
              <a:buFont typeface="Arial" pitchFamily="34" charset="0"/>
              <a:buChar char="•"/>
            </a:pPr>
            <a:endParaRPr lang="es-ES" dirty="0"/>
          </a:p>
          <a:p>
            <a:pPr marL="285750" indent="-285750">
              <a:buFont typeface="Arial" pitchFamily="34" charset="0"/>
              <a:buChar char="•"/>
            </a:pPr>
            <a:r>
              <a:rPr lang="es-ES" dirty="0" smtClean="0"/>
              <a:t>A continuación tendremos la siguiente estructura en la clase Mensaje la cual se generar dentro de la carpeta controlador. </a:t>
            </a: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243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6"/>
            <a:ext cx="11131990" cy="403158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Creación clase Mensaje</a:t>
            </a:r>
          </a:p>
          <a:p>
            <a:endParaRPr lang="es-MX" sz="2400" b="1" dirty="0" smtClean="0">
              <a:effectLst/>
              <a:latin typeface="Encode Sans" panose="020B0604020202020204"/>
              <a:ea typeface="Calibri" panose="020F0502020204030204" pitchFamily="34" charset="0"/>
            </a:endParaRPr>
          </a:p>
          <a:p>
            <a:r>
              <a:rPr lang="es-AR" dirty="0" err="1"/>
              <a:t>public</a:t>
            </a:r>
            <a:r>
              <a:rPr lang="es-AR" dirty="0"/>
              <a:t> </a:t>
            </a:r>
            <a:r>
              <a:rPr lang="es-AR" dirty="0" err="1"/>
              <a:t>class</a:t>
            </a:r>
            <a:r>
              <a:rPr lang="es-AR" dirty="0"/>
              <a:t> Mensaje {</a:t>
            </a:r>
          </a:p>
          <a:p>
            <a:r>
              <a:rPr lang="es-AR" dirty="0"/>
              <a:t>    </a:t>
            </a:r>
            <a:r>
              <a:rPr lang="es-AR" dirty="0" err="1"/>
              <a:t>private</a:t>
            </a:r>
            <a:r>
              <a:rPr lang="es-AR" dirty="0"/>
              <a:t> </a:t>
            </a:r>
            <a:r>
              <a:rPr lang="es-AR" dirty="0" err="1"/>
              <a:t>String</a:t>
            </a:r>
            <a:r>
              <a:rPr lang="es-AR" dirty="0"/>
              <a:t> </a:t>
            </a:r>
            <a:r>
              <a:rPr lang="es-AR" dirty="0" err="1"/>
              <a:t>msn</a:t>
            </a:r>
            <a:r>
              <a:rPr lang="es-AR" dirty="0"/>
              <a:t>="";</a:t>
            </a:r>
          </a:p>
          <a:p>
            <a:r>
              <a:rPr lang="es-AR" dirty="0"/>
              <a:t/>
            </a:r>
            <a:br>
              <a:rPr lang="es-AR" dirty="0"/>
            </a:br>
            <a:r>
              <a:rPr lang="es-AR" dirty="0"/>
              <a:t>    </a:t>
            </a:r>
            <a:r>
              <a:rPr lang="es-AR" dirty="0" err="1"/>
              <a:t>public</a:t>
            </a:r>
            <a:r>
              <a:rPr lang="es-AR" dirty="0"/>
              <a:t> Mensaje() </a:t>
            </a:r>
            <a:r>
              <a:rPr lang="es-AR" dirty="0" smtClean="0"/>
              <a:t>{</a:t>
            </a:r>
            <a:r>
              <a:rPr lang="es-AR" dirty="0"/>
              <a:t>    }</a:t>
            </a:r>
          </a:p>
          <a:p>
            <a:r>
              <a:rPr lang="es-AR" dirty="0"/>
              <a:t/>
            </a:r>
            <a:br>
              <a:rPr lang="es-AR" dirty="0"/>
            </a:br>
            <a:r>
              <a:rPr lang="es-AR" dirty="0"/>
              <a:t>    </a:t>
            </a:r>
            <a:r>
              <a:rPr lang="es-AR" dirty="0" err="1"/>
              <a:t>public</a:t>
            </a:r>
            <a:r>
              <a:rPr lang="es-AR" dirty="0"/>
              <a:t> Mensaje(</a:t>
            </a:r>
            <a:r>
              <a:rPr lang="es-AR" dirty="0" err="1"/>
              <a:t>String</a:t>
            </a:r>
            <a:r>
              <a:rPr lang="es-AR" dirty="0"/>
              <a:t> </a:t>
            </a:r>
            <a:r>
              <a:rPr lang="es-AR" dirty="0" err="1"/>
              <a:t>msn</a:t>
            </a:r>
            <a:r>
              <a:rPr lang="es-AR" dirty="0"/>
              <a:t>) </a:t>
            </a:r>
            <a:r>
              <a:rPr lang="es-AR" dirty="0" smtClean="0"/>
              <a:t>{ </a:t>
            </a:r>
            <a:r>
              <a:rPr lang="es-AR" dirty="0" err="1" smtClean="0"/>
              <a:t>this.msn</a:t>
            </a:r>
            <a:r>
              <a:rPr lang="es-AR" dirty="0" smtClean="0"/>
              <a:t> </a:t>
            </a:r>
            <a:r>
              <a:rPr lang="es-AR" dirty="0"/>
              <a:t>= </a:t>
            </a:r>
            <a:r>
              <a:rPr lang="es-AR" dirty="0" err="1"/>
              <a:t>msn</a:t>
            </a:r>
            <a:r>
              <a:rPr lang="es-AR" dirty="0" smtClean="0"/>
              <a:t>; }</a:t>
            </a:r>
            <a:endParaRPr lang="es-AR" dirty="0"/>
          </a:p>
          <a:p>
            <a:r>
              <a:rPr lang="es-AR" dirty="0"/>
              <a:t/>
            </a:r>
            <a:br>
              <a:rPr lang="es-AR" dirty="0"/>
            </a:br>
            <a:r>
              <a:rPr lang="es-AR" dirty="0"/>
              <a:t>    </a:t>
            </a:r>
            <a:r>
              <a:rPr lang="es-AR" dirty="0" err="1"/>
              <a:t>public</a:t>
            </a:r>
            <a:r>
              <a:rPr lang="es-AR" dirty="0"/>
              <a:t> </a:t>
            </a:r>
            <a:r>
              <a:rPr lang="es-AR" dirty="0" err="1"/>
              <a:t>String</a:t>
            </a:r>
            <a:r>
              <a:rPr lang="es-AR" dirty="0"/>
              <a:t> </a:t>
            </a:r>
            <a:r>
              <a:rPr lang="es-AR" dirty="0" err="1"/>
              <a:t>getMsn</a:t>
            </a:r>
            <a:r>
              <a:rPr lang="es-AR" dirty="0"/>
              <a:t>() </a:t>
            </a:r>
            <a:r>
              <a:rPr lang="es-AR" dirty="0" smtClean="0"/>
              <a:t>{ </a:t>
            </a:r>
            <a:r>
              <a:rPr lang="es-AR" dirty="0" err="1" smtClean="0"/>
              <a:t>return</a:t>
            </a:r>
            <a:r>
              <a:rPr lang="es-AR" dirty="0" smtClean="0"/>
              <a:t> </a:t>
            </a:r>
            <a:r>
              <a:rPr lang="es-AR" dirty="0" err="1"/>
              <a:t>this.msn</a:t>
            </a:r>
            <a:r>
              <a:rPr lang="es-AR" dirty="0" smtClean="0"/>
              <a:t>; }</a:t>
            </a:r>
            <a:endParaRPr lang="es-AR" dirty="0"/>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setMsn</a:t>
            </a:r>
            <a:r>
              <a:rPr lang="es-AR" dirty="0"/>
              <a:t>(</a:t>
            </a:r>
            <a:r>
              <a:rPr lang="es-AR" dirty="0" err="1"/>
              <a:t>String</a:t>
            </a:r>
            <a:r>
              <a:rPr lang="es-AR" dirty="0"/>
              <a:t> </a:t>
            </a:r>
            <a:r>
              <a:rPr lang="es-AR" dirty="0" err="1"/>
              <a:t>msn</a:t>
            </a:r>
            <a:r>
              <a:rPr lang="es-AR" dirty="0"/>
              <a:t>) </a:t>
            </a:r>
            <a:r>
              <a:rPr lang="es-AR" dirty="0" smtClean="0"/>
              <a:t>{ </a:t>
            </a:r>
            <a:r>
              <a:rPr lang="es-AR" dirty="0" err="1" smtClean="0"/>
              <a:t>this.msn</a:t>
            </a:r>
            <a:r>
              <a:rPr lang="es-AR" dirty="0" smtClean="0"/>
              <a:t> </a:t>
            </a:r>
            <a:r>
              <a:rPr lang="es-AR" dirty="0"/>
              <a:t>= </a:t>
            </a:r>
            <a:r>
              <a:rPr lang="es-AR" dirty="0" err="1"/>
              <a:t>msn</a:t>
            </a:r>
            <a:r>
              <a:rPr lang="es-AR" dirty="0" smtClean="0"/>
              <a:t>; }</a:t>
            </a:r>
            <a:endParaRPr lang="es-AR" dirty="0"/>
          </a:p>
          <a:p>
            <a:r>
              <a:rPr lang="es-AR" dirty="0" smtClean="0"/>
              <a:t>}</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1214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232154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interfaz de usuario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También deberemos de modificar el código de nuestra interfaz y que es el medio que se conectar con nuestra clase </a:t>
            </a:r>
            <a:r>
              <a:rPr lang="es-ES" dirty="0" err="1" smtClean="0"/>
              <a:t>Repository</a:t>
            </a:r>
            <a:r>
              <a:rPr lang="es-ES" dirty="0" smtClean="0"/>
              <a:t> y nos permite poder utilizar las respectivas funcionalidades para poder realizar las respectivas operaciones que describen a nuestro CRUD de usuarios.</a:t>
            </a:r>
          </a:p>
          <a:p>
            <a:pPr marL="285750" indent="-285750">
              <a:buFont typeface="Arial" pitchFamily="34" charset="0"/>
              <a:buChar char="•"/>
            </a:pPr>
            <a:endParaRPr lang="es-ES" dirty="0"/>
          </a:p>
          <a:p>
            <a:pPr marL="285750" indent="-285750">
              <a:buFont typeface="Arial" pitchFamily="34" charset="0"/>
              <a:buChar char="•"/>
            </a:pPr>
            <a:r>
              <a:rPr lang="es-ES" dirty="0" smtClean="0"/>
              <a:t>El siguiente código corresponde a nuestra clase interfaz que extiende de </a:t>
            </a:r>
            <a:r>
              <a:rPr lang="es-AR" dirty="0" err="1" smtClean="0"/>
              <a:t>CrudRepository</a:t>
            </a:r>
            <a:r>
              <a:rPr lang="es-AR" dirty="0"/>
              <a:t>.</a:t>
            </a:r>
            <a:endParaRPr lang="es-ES" dirty="0" smtClean="0"/>
          </a:p>
          <a:p>
            <a:pPr marL="285750" indent="-285750">
              <a:buFont typeface="Arial" pitchFamily="34" charset="0"/>
              <a:buChar char="•"/>
            </a:pP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9420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472035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Código de nuestra interfaz de usuario</a:t>
            </a:r>
            <a:endParaRPr lang="es-MX" sz="2400" b="1" dirty="0" smtClean="0">
              <a:effectLst/>
              <a:latin typeface="Encode Sans" panose="020B0604020202020204"/>
              <a:ea typeface="Calibri" panose="020F0502020204030204" pitchFamily="34" charset="0"/>
            </a:endParaRPr>
          </a:p>
          <a:p>
            <a:endParaRPr lang="es-ES" dirty="0" smtClean="0"/>
          </a:p>
          <a:p>
            <a:r>
              <a:rPr lang="es-AR" dirty="0" err="1"/>
              <a:t>import</a:t>
            </a:r>
            <a:r>
              <a:rPr lang="es-AR" dirty="0"/>
              <a:t> </a:t>
            </a:r>
            <a:r>
              <a:rPr lang="es-AR" dirty="0" err="1"/>
              <a:t>org.springframework.data.jpa.repository.Query</a:t>
            </a:r>
            <a:r>
              <a:rPr lang="es-AR" dirty="0"/>
              <a:t>;</a:t>
            </a:r>
          </a:p>
          <a:p>
            <a:r>
              <a:rPr lang="es-AR" dirty="0" err="1"/>
              <a:t>import</a:t>
            </a:r>
            <a:r>
              <a:rPr lang="es-AR" dirty="0"/>
              <a:t> </a:t>
            </a:r>
            <a:r>
              <a:rPr lang="es-AR" dirty="0" err="1"/>
              <a:t>org.springframework.data.repository.CrudRepository</a:t>
            </a:r>
            <a:r>
              <a:rPr lang="es-AR" dirty="0"/>
              <a:t>;</a:t>
            </a:r>
          </a:p>
          <a:p>
            <a:r>
              <a:rPr lang="es-AR" dirty="0"/>
              <a:t/>
            </a:r>
            <a:br>
              <a:rPr lang="es-AR" dirty="0"/>
            </a:br>
            <a:r>
              <a:rPr lang="es-AR" dirty="0" err="1"/>
              <a:t>public</a:t>
            </a:r>
            <a:r>
              <a:rPr lang="es-AR" dirty="0"/>
              <a:t> interface </a:t>
            </a:r>
            <a:r>
              <a:rPr lang="es-AR" dirty="0" err="1"/>
              <a:t>usuarioscrud</a:t>
            </a:r>
            <a:r>
              <a:rPr lang="es-AR" dirty="0"/>
              <a:t> </a:t>
            </a:r>
            <a:r>
              <a:rPr lang="es-AR" dirty="0" err="1"/>
              <a:t>extends</a:t>
            </a:r>
            <a:r>
              <a:rPr lang="es-AR" dirty="0"/>
              <a:t> </a:t>
            </a:r>
            <a:r>
              <a:rPr lang="es-AR" dirty="0" err="1"/>
              <a:t>CrudRepository</a:t>
            </a:r>
            <a:r>
              <a:rPr lang="es-AR" dirty="0"/>
              <a:t>&lt;usuarios, </a:t>
            </a:r>
            <a:r>
              <a:rPr lang="es-AR" dirty="0" err="1"/>
              <a:t>Integer</a:t>
            </a:r>
            <a:r>
              <a:rPr lang="es-AR" dirty="0"/>
              <a:t>&gt; </a:t>
            </a:r>
          </a:p>
          <a:p>
            <a:r>
              <a:rPr lang="es-AR" dirty="0"/>
              <a:t>{</a:t>
            </a:r>
          </a:p>
          <a:p>
            <a:r>
              <a:rPr lang="es-AR" dirty="0"/>
              <a:t>  usuarios </a:t>
            </a:r>
            <a:r>
              <a:rPr lang="es-AR" dirty="0" err="1"/>
              <a:t>findById</a:t>
            </a:r>
            <a:r>
              <a:rPr lang="es-AR" dirty="0"/>
              <a:t>(</a:t>
            </a:r>
            <a:r>
              <a:rPr lang="es-AR" dirty="0" err="1"/>
              <a:t>int</a:t>
            </a:r>
            <a:r>
              <a:rPr lang="es-AR" dirty="0"/>
              <a:t> id);</a:t>
            </a:r>
          </a:p>
          <a:p>
            <a:r>
              <a:rPr lang="es-AR" dirty="0"/>
              <a:t/>
            </a:r>
            <a:br>
              <a:rPr lang="es-AR" dirty="0"/>
            </a:br>
            <a:r>
              <a:rPr lang="es-AR" dirty="0"/>
              <a:t>  @</a:t>
            </a:r>
            <a:r>
              <a:rPr lang="es-AR" dirty="0" err="1"/>
              <a:t>Query</a:t>
            </a:r>
            <a:r>
              <a:rPr lang="es-AR" dirty="0"/>
              <a:t>(</a:t>
            </a:r>
            <a:r>
              <a:rPr lang="es-AR" dirty="0" err="1"/>
              <a:t>value</a:t>
            </a:r>
            <a:r>
              <a:rPr lang="es-AR" dirty="0"/>
              <a:t> ="SELECT </a:t>
            </a:r>
            <a:r>
              <a:rPr lang="es-AR" dirty="0" err="1"/>
              <a:t>idusuario,usuario,password,email,eliminado</a:t>
            </a:r>
            <a:r>
              <a:rPr lang="es-AR" dirty="0"/>
              <a:t> FROM usuarios WHERE eliminado=false", </a:t>
            </a:r>
            <a:r>
              <a:rPr lang="es-AR" dirty="0" err="1"/>
              <a:t>nativeQuery</a:t>
            </a:r>
            <a:r>
              <a:rPr lang="es-AR" dirty="0"/>
              <a:t>=true)</a:t>
            </a:r>
          </a:p>
          <a:p>
            <a:r>
              <a:rPr lang="es-AR" dirty="0"/>
              <a:t>  Iterable&lt;usuarios&gt; </a:t>
            </a:r>
            <a:r>
              <a:rPr lang="es-AR" dirty="0" err="1"/>
              <a:t>allUsers</a:t>
            </a:r>
            <a:r>
              <a:rPr lang="es-AR" dirty="0"/>
              <a:t>();</a:t>
            </a:r>
          </a:p>
          <a:p>
            <a:r>
              <a:rPr lang="es-AR" dirty="0"/>
              <a:t/>
            </a:r>
            <a:br>
              <a:rPr lang="es-AR" dirty="0"/>
            </a:br>
            <a:r>
              <a:rPr lang="es-AR" dirty="0"/>
              <a:t>  @</a:t>
            </a:r>
            <a:r>
              <a:rPr lang="es-AR" dirty="0" err="1"/>
              <a:t>Query</a:t>
            </a:r>
            <a:r>
              <a:rPr lang="es-AR" dirty="0"/>
              <a:t>(</a:t>
            </a:r>
            <a:r>
              <a:rPr lang="es-AR" dirty="0" err="1"/>
              <a:t>value</a:t>
            </a:r>
            <a:r>
              <a:rPr lang="es-AR" dirty="0"/>
              <a:t> ="SELECT </a:t>
            </a:r>
            <a:r>
              <a:rPr lang="es-AR" dirty="0" err="1"/>
              <a:t>count</a:t>
            </a:r>
            <a:r>
              <a:rPr lang="es-AR" dirty="0"/>
              <a:t>(</a:t>
            </a:r>
            <a:r>
              <a:rPr lang="es-AR" dirty="0" err="1"/>
              <a:t>idusuario</a:t>
            </a:r>
            <a:r>
              <a:rPr lang="es-AR" dirty="0"/>
              <a:t>) FROM usuarios WHERE usuario=:</a:t>
            </a:r>
            <a:r>
              <a:rPr lang="es-AR" dirty="0" err="1"/>
              <a:t>usunombre</a:t>
            </a:r>
            <a:r>
              <a:rPr lang="es-AR" dirty="0"/>
              <a:t>", </a:t>
            </a:r>
            <a:r>
              <a:rPr lang="es-AR" dirty="0" err="1"/>
              <a:t>nativeQuery</a:t>
            </a:r>
            <a:r>
              <a:rPr lang="es-AR" dirty="0"/>
              <a:t>=true)</a:t>
            </a:r>
          </a:p>
          <a:p>
            <a:r>
              <a:rPr lang="es-AR" dirty="0"/>
              <a:t>  </a:t>
            </a:r>
            <a:r>
              <a:rPr lang="es-AR" dirty="0" err="1"/>
              <a:t>int</a:t>
            </a:r>
            <a:r>
              <a:rPr lang="es-AR" dirty="0"/>
              <a:t> </a:t>
            </a:r>
            <a:r>
              <a:rPr lang="es-AR" dirty="0" err="1"/>
              <a:t>exiteUsuarioxNombre</a:t>
            </a:r>
            <a:r>
              <a:rPr lang="es-AR" dirty="0"/>
              <a:t>(</a:t>
            </a:r>
            <a:r>
              <a:rPr lang="es-AR" dirty="0" err="1"/>
              <a:t>String</a:t>
            </a:r>
            <a:r>
              <a:rPr lang="es-AR" dirty="0"/>
              <a:t> </a:t>
            </a:r>
            <a:r>
              <a:rPr lang="es-AR" dirty="0" err="1"/>
              <a:t>usunombre</a:t>
            </a:r>
            <a:r>
              <a:rPr lang="es-AR" dirty="0" smtClean="0"/>
              <a:t>);</a:t>
            </a:r>
            <a:endParaRPr lang="es-AR"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0631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245216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Código de nuestra interfaz de usuario</a:t>
            </a:r>
            <a:endParaRPr lang="es-MX" sz="2400" b="1" dirty="0" smtClean="0">
              <a:effectLst/>
              <a:latin typeface="Encode Sans" panose="020B0604020202020204"/>
              <a:ea typeface="Calibri" panose="020F0502020204030204" pitchFamily="34" charset="0"/>
            </a:endParaRPr>
          </a:p>
          <a:p>
            <a:endParaRPr lang="es-ES" dirty="0" smtClean="0"/>
          </a:p>
          <a:p>
            <a:r>
              <a:rPr lang="es-AR" dirty="0"/>
              <a:t/>
            </a:r>
            <a:br>
              <a:rPr lang="es-AR" dirty="0"/>
            </a:br>
            <a:r>
              <a:rPr lang="es-AR" dirty="0"/>
              <a:t>  @</a:t>
            </a:r>
            <a:r>
              <a:rPr lang="es-AR" dirty="0" err="1"/>
              <a:t>Query</a:t>
            </a:r>
            <a:r>
              <a:rPr lang="es-AR" dirty="0"/>
              <a:t>(</a:t>
            </a:r>
            <a:r>
              <a:rPr lang="es-AR" dirty="0" err="1"/>
              <a:t>value</a:t>
            </a:r>
            <a:r>
              <a:rPr lang="es-AR" dirty="0"/>
              <a:t> ="SELECT </a:t>
            </a:r>
            <a:r>
              <a:rPr lang="es-AR" dirty="0" err="1"/>
              <a:t>count</a:t>
            </a:r>
            <a:r>
              <a:rPr lang="es-AR" dirty="0"/>
              <a:t>(</a:t>
            </a:r>
            <a:r>
              <a:rPr lang="es-AR" dirty="0" err="1"/>
              <a:t>idusuario</a:t>
            </a:r>
            <a:r>
              <a:rPr lang="es-AR" dirty="0"/>
              <a:t>) FROM usuarios WHERE usuario=:</a:t>
            </a:r>
            <a:r>
              <a:rPr lang="es-AR" dirty="0" err="1"/>
              <a:t>usunombre</a:t>
            </a:r>
            <a:r>
              <a:rPr lang="es-AR" dirty="0"/>
              <a:t> AND </a:t>
            </a:r>
            <a:r>
              <a:rPr lang="es-AR" dirty="0" err="1"/>
              <a:t>password</a:t>
            </a:r>
            <a:r>
              <a:rPr lang="es-AR" dirty="0"/>
              <a:t>=:</a:t>
            </a:r>
            <a:r>
              <a:rPr lang="es-AR" dirty="0" err="1"/>
              <a:t>usupassword</a:t>
            </a:r>
            <a:r>
              <a:rPr lang="es-AR" dirty="0"/>
              <a:t>", </a:t>
            </a:r>
            <a:r>
              <a:rPr lang="es-AR" dirty="0" err="1"/>
              <a:t>nativeQuery</a:t>
            </a:r>
            <a:r>
              <a:rPr lang="es-AR" dirty="0"/>
              <a:t>=true)</a:t>
            </a:r>
          </a:p>
          <a:p>
            <a:r>
              <a:rPr lang="es-AR" dirty="0"/>
              <a:t>  </a:t>
            </a:r>
            <a:r>
              <a:rPr lang="es-AR" dirty="0" err="1"/>
              <a:t>int</a:t>
            </a:r>
            <a:r>
              <a:rPr lang="es-AR" dirty="0"/>
              <a:t> </a:t>
            </a:r>
            <a:r>
              <a:rPr lang="es-AR" dirty="0" err="1"/>
              <a:t>exiteUsuarioxNombrexPasword</a:t>
            </a:r>
            <a:r>
              <a:rPr lang="es-AR" dirty="0"/>
              <a:t>(</a:t>
            </a:r>
            <a:r>
              <a:rPr lang="es-AR" dirty="0" err="1"/>
              <a:t>String</a:t>
            </a:r>
            <a:r>
              <a:rPr lang="es-AR" dirty="0"/>
              <a:t> </a:t>
            </a:r>
            <a:r>
              <a:rPr lang="es-AR" dirty="0" err="1"/>
              <a:t>usunombre</a:t>
            </a:r>
            <a:r>
              <a:rPr lang="es-AR" dirty="0"/>
              <a:t>, </a:t>
            </a:r>
            <a:r>
              <a:rPr lang="es-AR" dirty="0" err="1"/>
              <a:t>String</a:t>
            </a:r>
            <a:r>
              <a:rPr lang="es-AR" dirty="0"/>
              <a:t> </a:t>
            </a:r>
            <a:r>
              <a:rPr lang="es-AR" dirty="0" err="1"/>
              <a:t>usupassword</a:t>
            </a:r>
            <a:r>
              <a:rPr lang="es-AR" dirty="0"/>
              <a:t>);</a:t>
            </a:r>
          </a:p>
          <a:p>
            <a:r>
              <a:rPr lang="es-AR" dirty="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638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232154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También deberemos de modificar el código de nuestra controlador de usuario para poder recibir la información mediante objetos y devolver respuestas según la operación solicitada dicha respuesta puede ser un objeto o un mensaje de texto.</a:t>
            </a:r>
          </a:p>
          <a:p>
            <a:pPr marL="285750" indent="-285750">
              <a:buFont typeface="Arial" pitchFamily="34" charset="0"/>
              <a:buChar char="•"/>
            </a:pPr>
            <a:endParaRPr lang="es-ES" dirty="0"/>
          </a:p>
          <a:p>
            <a:pPr marL="285750" indent="-285750">
              <a:buFont typeface="Arial" pitchFamily="34" charset="0"/>
              <a:buChar char="•"/>
            </a:pPr>
            <a:r>
              <a:rPr lang="es-ES" dirty="0" smtClean="0"/>
              <a:t>El siguiente código corresponde a nuestra clase controlador de usuarios</a:t>
            </a:r>
            <a:r>
              <a:rPr lang="es-AR" dirty="0" smtClean="0"/>
              <a:t>.</a:t>
            </a:r>
            <a:endParaRPr lang="es-ES" dirty="0" smtClean="0"/>
          </a:p>
          <a:p>
            <a:pPr marL="285750" indent="-285750">
              <a:buFont typeface="Arial" pitchFamily="34" charset="0"/>
              <a:buChar char="•"/>
            </a:pP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5175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4"/>
            <a:ext cx="11131990" cy="467285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p>
          <a:p>
            <a:endParaRPr lang="es-MX" sz="2400" b="1" dirty="0" smtClean="0">
              <a:effectLst/>
              <a:latin typeface="Encode Sans" panose="020B0604020202020204"/>
              <a:ea typeface="Calibri" panose="020F0502020204030204" pitchFamily="34" charset="0"/>
            </a:endParaRPr>
          </a:p>
          <a:p>
            <a:r>
              <a:rPr lang="es-AR" dirty="0"/>
              <a:t>@</a:t>
            </a:r>
            <a:r>
              <a:rPr lang="es-AR" dirty="0" err="1"/>
              <a:t>Controller</a:t>
            </a:r>
            <a:endParaRPr lang="es-AR" dirty="0"/>
          </a:p>
          <a:p>
            <a:r>
              <a:rPr lang="es-AR" dirty="0"/>
              <a:t>@</a:t>
            </a:r>
            <a:r>
              <a:rPr lang="es-AR" dirty="0" err="1"/>
              <a:t>CrossOrigin</a:t>
            </a:r>
            <a:r>
              <a:rPr lang="es-AR" dirty="0"/>
              <a:t>(</a:t>
            </a:r>
            <a:r>
              <a:rPr lang="es-AR" dirty="0" err="1"/>
              <a:t>origins</a:t>
            </a:r>
            <a:r>
              <a:rPr lang="es-AR" dirty="0"/>
              <a:t>="http://localhost:4200")</a:t>
            </a:r>
          </a:p>
          <a:p>
            <a:r>
              <a:rPr lang="es-AR" dirty="0"/>
              <a:t>@</a:t>
            </a:r>
            <a:r>
              <a:rPr lang="es-AR" dirty="0" err="1"/>
              <a:t>RequestMapping</a:t>
            </a:r>
            <a:r>
              <a:rPr lang="es-AR" dirty="0"/>
              <a:t>("/</a:t>
            </a:r>
            <a:r>
              <a:rPr lang="es-AR" dirty="0" err="1"/>
              <a:t>crudusuario</a:t>
            </a:r>
            <a:r>
              <a:rPr lang="es-AR" dirty="0"/>
              <a:t>")</a:t>
            </a:r>
          </a:p>
          <a:p>
            <a:r>
              <a:rPr lang="es-AR" dirty="0" err="1"/>
              <a:t>public</a:t>
            </a:r>
            <a:r>
              <a:rPr lang="es-AR" dirty="0"/>
              <a:t> </a:t>
            </a:r>
            <a:r>
              <a:rPr lang="es-AR" dirty="0" err="1"/>
              <a:t>class</a:t>
            </a:r>
            <a:r>
              <a:rPr lang="es-AR" dirty="0"/>
              <a:t> </a:t>
            </a:r>
            <a:r>
              <a:rPr lang="es-AR" dirty="0" err="1"/>
              <a:t>controladorcrud</a:t>
            </a:r>
            <a:r>
              <a:rPr lang="es-AR" dirty="0"/>
              <a:t> {</a:t>
            </a:r>
          </a:p>
          <a:p>
            <a:r>
              <a:rPr lang="es-AR" dirty="0"/>
              <a:t>    </a:t>
            </a:r>
          </a:p>
          <a:p>
            <a:r>
              <a:rPr lang="es-AR" dirty="0"/>
              <a:t>    @</a:t>
            </a:r>
            <a:r>
              <a:rPr lang="es-AR" dirty="0" err="1"/>
              <a:t>Autowired</a:t>
            </a:r>
            <a:endParaRPr lang="es-AR" dirty="0"/>
          </a:p>
          <a:p>
            <a:r>
              <a:rPr lang="es-AR" dirty="0"/>
              <a:t>    </a:t>
            </a:r>
            <a:r>
              <a:rPr lang="es-AR" dirty="0" err="1"/>
              <a:t>private</a:t>
            </a:r>
            <a:r>
              <a:rPr lang="es-AR" dirty="0"/>
              <a:t> </a:t>
            </a:r>
            <a:r>
              <a:rPr lang="es-AR" dirty="0" err="1"/>
              <a:t>usuarioscrud</a:t>
            </a:r>
            <a:r>
              <a:rPr lang="es-AR" dirty="0"/>
              <a:t> </a:t>
            </a:r>
            <a:r>
              <a:rPr lang="es-AR" dirty="0" err="1"/>
              <a:t>userRepository</a:t>
            </a:r>
            <a:r>
              <a:rPr lang="es-AR" dirty="0"/>
              <a:t>;</a:t>
            </a:r>
          </a:p>
          <a:p>
            <a:r>
              <a:rPr lang="es-AR" dirty="0"/>
              <a:t/>
            </a:r>
            <a:br>
              <a:rPr lang="es-AR" dirty="0"/>
            </a:br>
            <a:r>
              <a:rPr lang="es-AR" dirty="0"/>
              <a:t>    @</a:t>
            </a:r>
            <a:r>
              <a:rPr lang="es-AR" dirty="0" err="1"/>
              <a:t>GetMapping</a:t>
            </a:r>
            <a:r>
              <a:rPr lang="es-AR" dirty="0"/>
              <a:t>("/</a:t>
            </a:r>
            <a:r>
              <a:rPr lang="es-AR" dirty="0" err="1"/>
              <a:t>all</a:t>
            </a:r>
            <a:r>
              <a:rPr lang="es-AR" dirty="0"/>
              <a:t>")</a:t>
            </a:r>
          </a:p>
          <a:p>
            <a:r>
              <a:rPr lang="es-AR" dirty="0"/>
              <a:t>    @</a:t>
            </a:r>
            <a:r>
              <a:rPr lang="es-AR" dirty="0" err="1"/>
              <a:t>ResponseBody</a:t>
            </a:r>
            <a:endParaRPr lang="es-AR" dirty="0"/>
          </a:p>
          <a:p>
            <a:r>
              <a:rPr lang="es-AR" dirty="0"/>
              <a:t>    </a:t>
            </a:r>
            <a:r>
              <a:rPr lang="es-AR" dirty="0" err="1"/>
              <a:t>public</a:t>
            </a:r>
            <a:r>
              <a:rPr lang="es-AR" dirty="0"/>
              <a:t> Iterable&lt;usuarios&gt; </a:t>
            </a:r>
            <a:r>
              <a:rPr lang="es-AR" dirty="0" err="1"/>
              <a:t>allUsers</a:t>
            </a:r>
            <a:r>
              <a:rPr lang="es-AR" dirty="0"/>
              <a:t>(){</a:t>
            </a:r>
          </a:p>
          <a:p>
            <a:r>
              <a:rPr lang="es-AR" dirty="0"/>
              <a:t>        </a:t>
            </a:r>
            <a:r>
              <a:rPr lang="es-AR" dirty="0" err="1"/>
              <a:t>return</a:t>
            </a:r>
            <a:r>
              <a:rPr lang="es-AR" dirty="0"/>
              <a:t> </a:t>
            </a:r>
            <a:r>
              <a:rPr lang="es-AR" dirty="0" err="1"/>
              <a:t>userRepository.allUsers</a:t>
            </a:r>
            <a:r>
              <a:rPr lang="es-AR" dirty="0"/>
              <a:t>();</a:t>
            </a:r>
          </a:p>
          <a:p>
            <a:r>
              <a:rPr lang="es-AR" dirty="0"/>
              <a:t>    </a:t>
            </a:r>
            <a:r>
              <a:rPr lang="es-AR" dirty="0" smtClean="0"/>
              <a:t>} </a:t>
            </a:r>
            <a:r>
              <a:rPr lang="es-AR" dirty="0"/>
              <a:t>  </a:t>
            </a:r>
          </a:p>
          <a:p>
            <a:r>
              <a:rPr lang="es-AR" dirty="0"/>
              <a:t>   </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2294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3889084"/>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p>
          <a:p>
            <a:endParaRPr lang="es-MX" sz="2400" b="1" dirty="0" smtClean="0">
              <a:effectLst/>
              <a:latin typeface="Encode Sans" panose="020B0604020202020204"/>
              <a:ea typeface="Calibri" panose="020F0502020204030204" pitchFamily="34" charset="0"/>
            </a:endParaRPr>
          </a:p>
          <a:p>
            <a:r>
              <a:rPr lang="es-AR" dirty="0"/>
              <a:t>@</a:t>
            </a:r>
            <a:r>
              <a:rPr lang="es-AR" dirty="0" err="1"/>
              <a:t>GetMapping</a:t>
            </a:r>
            <a:r>
              <a:rPr lang="es-AR" dirty="0"/>
              <a:t>("/</a:t>
            </a:r>
            <a:r>
              <a:rPr lang="es-AR" dirty="0" err="1"/>
              <a:t>usuarioxid</a:t>
            </a:r>
            <a:r>
              <a:rPr lang="es-AR" dirty="0"/>
              <a:t>")</a:t>
            </a:r>
          </a:p>
          <a:p>
            <a:r>
              <a:rPr lang="es-AR" dirty="0"/>
              <a:t>    @</a:t>
            </a:r>
            <a:r>
              <a:rPr lang="es-AR" dirty="0" err="1"/>
              <a:t>ResponseBody</a:t>
            </a:r>
            <a:endParaRPr lang="es-AR" dirty="0"/>
          </a:p>
          <a:p>
            <a:r>
              <a:rPr lang="es-AR" dirty="0"/>
              <a:t>    </a:t>
            </a:r>
            <a:r>
              <a:rPr lang="es-AR" dirty="0" err="1"/>
              <a:t>public</a:t>
            </a:r>
            <a:r>
              <a:rPr lang="es-AR" dirty="0"/>
              <a:t> usuarios </a:t>
            </a:r>
            <a:r>
              <a:rPr lang="es-AR" dirty="0" err="1"/>
              <a:t>oneUsers</a:t>
            </a:r>
            <a:r>
              <a:rPr lang="es-AR" dirty="0"/>
              <a:t>(@</a:t>
            </a:r>
            <a:r>
              <a:rPr lang="es-AR" dirty="0" err="1"/>
              <a:t>RequestParam</a:t>
            </a:r>
            <a:r>
              <a:rPr lang="es-AR" dirty="0"/>
              <a:t> </a:t>
            </a:r>
            <a:r>
              <a:rPr lang="es-AR" dirty="0" err="1"/>
              <a:t>int</a:t>
            </a:r>
            <a:r>
              <a:rPr lang="es-AR" dirty="0"/>
              <a:t> </a:t>
            </a:r>
            <a:r>
              <a:rPr lang="es-AR" dirty="0" err="1"/>
              <a:t>idusuario</a:t>
            </a:r>
            <a:r>
              <a:rPr lang="es-AR" dirty="0" smtClean="0"/>
              <a:t>) { </a:t>
            </a:r>
            <a:r>
              <a:rPr lang="es-AR" dirty="0" err="1" smtClean="0"/>
              <a:t>return</a:t>
            </a:r>
            <a:r>
              <a:rPr lang="es-AR" dirty="0" smtClean="0"/>
              <a:t> </a:t>
            </a:r>
            <a:r>
              <a:rPr lang="es-AR" dirty="0" err="1"/>
              <a:t>userRepository.findById</a:t>
            </a:r>
            <a:r>
              <a:rPr lang="es-AR" dirty="0"/>
              <a:t>(</a:t>
            </a:r>
            <a:r>
              <a:rPr lang="es-AR" dirty="0" err="1"/>
              <a:t>idusuario</a:t>
            </a:r>
            <a:r>
              <a:rPr lang="es-AR" dirty="0" smtClean="0"/>
              <a:t>); }</a:t>
            </a:r>
            <a:endParaRPr lang="es-AR" dirty="0"/>
          </a:p>
          <a:p>
            <a:r>
              <a:rPr lang="es-AR" dirty="0"/>
              <a:t/>
            </a:r>
            <a:br>
              <a:rPr lang="es-AR" dirty="0"/>
            </a:br>
            <a:r>
              <a:rPr lang="es-AR" dirty="0"/>
              <a:t>     </a:t>
            </a:r>
            <a:r>
              <a:rPr lang="es-AR" dirty="0" err="1"/>
              <a:t>private</a:t>
            </a:r>
            <a:r>
              <a:rPr lang="es-AR" dirty="0"/>
              <a:t> </a:t>
            </a:r>
            <a:r>
              <a:rPr lang="es-AR" dirty="0" err="1"/>
              <a:t>boolean</a:t>
            </a:r>
            <a:r>
              <a:rPr lang="es-AR" dirty="0"/>
              <a:t> </a:t>
            </a:r>
            <a:r>
              <a:rPr lang="es-AR" dirty="0" err="1"/>
              <a:t>exiteUsuarioxid</a:t>
            </a:r>
            <a:r>
              <a:rPr lang="es-AR" dirty="0"/>
              <a:t>(</a:t>
            </a:r>
            <a:r>
              <a:rPr lang="es-AR" dirty="0" err="1"/>
              <a:t>int</a:t>
            </a:r>
            <a:r>
              <a:rPr lang="es-AR" dirty="0"/>
              <a:t> </a:t>
            </a:r>
            <a:r>
              <a:rPr lang="es-AR" dirty="0" err="1"/>
              <a:t>idusuario</a:t>
            </a:r>
            <a:r>
              <a:rPr lang="es-AR" dirty="0" smtClean="0"/>
              <a:t>) { </a:t>
            </a:r>
            <a:r>
              <a:rPr lang="es-AR" dirty="0" err="1" smtClean="0"/>
              <a:t>return</a:t>
            </a:r>
            <a:r>
              <a:rPr lang="es-AR" dirty="0" smtClean="0"/>
              <a:t> </a:t>
            </a:r>
            <a:r>
              <a:rPr lang="es-AR" dirty="0" err="1"/>
              <a:t>userRepository.existsById</a:t>
            </a:r>
            <a:r>
              <a:rPr lang="es-AR" dirty="0"/>
              <a:t>(</a:t>
            </a:r>
            <a:r>
              <a:rPr lang="es-AR" dirty="0" err="1"/>
              <a:t>idusuario</a:t>
            </a:r>
            <a:r>
              <a:rPr lang="es-AR" dirty="0" smtClean="0"/>
              <a:t>); </a:t>
            </a:r>
            <a:r>
              <a:rPr lang="es-AR" dirty="0"/>
              <a:t>}</a:t>
            </a:r>
          </a:p>
          <a:p>
            <a:r>
              <a:rPr lang="es-AR" dirty="0"/>
              <a:t>    </a:t>
            </a:r>
          </a:p>
          <a:p>
            <a:r>
              <a:rPr lang="es-AR" dirty="0"/>
              <a:t>    </a:t>
            </a:r>
            <a:r>
              <a:rPr lang="es-AR" dirty="0" err="1"/>
              <a:t>private</a:t>
            </a:r>
            <a:r>
              <a:rPr lang="es-AR" dirty="0"/>
              <a:t> </a:t>
            </a:r>
            <a:r>
              <a:rPr lang="es-AR" dirty="0" err="1"/>
              <a:t>boolean</a:t>
            </a:r>
            <a:r>
              <a:rPr lang="es-AR" dirty="0"/>
              <a:t> </a:t>
            </a:r>
            <a:r>
              <a:rPr lang="es-AR" dirty="0" err="1"/>
              <a:t>exiteUsuarioxNombrexPasword</a:t>
            </a:r>
            <a:r>
              <a:rPr lang="es-AR" dirty="0"/>
              <a:t>(</a:t>
            </a:r>
            <a:r>
              <a:rPr lang="es-AR" dirty="0" err="1"/>
              <a:t>String</a:t>
            </a:r>
            <a:r>
              <a:rPr lang="es-AR" dirty="0"/>
              <a:t> usuario, </a:t>
            </a:r>
            <a:r>
              <a:rPr lang="es-AR" dirty="0" err="1"/>
              <a:t>String</a:t>
            </a:r>
            <a:r>
              <a:rPr lang="es-AR" dirty="0"/>
              <a:t> </a:t>
            </a:r>
            <a:r>
              <a:rPr lang="es-AR" dirty="0" err="1"/>
              <a:t>password</a:t>
            </a:r>
            <a:r>
              <a:rPr lang="es-AR" dirty="0"/>
              <a:t>){</a:t>
            </a:r>
          </a:p>
          <a:p>
            <a:r>
              <a:rPr lang="es-AR" dirty="0"/>
              <a:t>        </a:t>
            </a:r>
            <a:r>
              <a:rPr lang="es-AR" dirty="0" err="1"/>
              <a:t>if</a:t>
            </a:r>
            <a:r>
              <a:rPr lang="es-AR" dirty="0"/>
              <a:t> (</a:t>
            </a:r>
            <a:r>
              <a:rPr lang="es-AR" dirty="0" err="1"/>
              <a:t>userRepository.exiteUsuarioxNombrexPasword</a:t>
            </a:r>
            <a:r>
              <a:rPr lang="es-AR" dirty="0"/>
              <a:t>(usuario, </a:t>
            </a:r>
            <a:r>
              <a:rPr lang="es-AR" dirty="0" err="1"/>
              <a:t>password</a:t>
            </a:r>
            <a:r>
              <a:rPr lang="es-AR" dirty="0"/>
              <a:t>)&gt;0) </a:t>
            </a:r>
            <a:r>
              <a:rPr lang="es-AR" dirty="0" err="1"/>
              <a:t>return</a:t>
            </a:r>
            <a:r>
              <a:rPr lang="es-AR" dirty="0"/>
              <a:t> true;</a:t>
            </a:r>
          </a:p>
          <a:p>
            <a:r>
              <a:rPr lang="es-AR" dirty="0"/>
              <a:t>        </a:t>
            </a:r>
            <a:r>
              <a:rPr lang="es-AR" dirty="0" err="1"/>
              <a:t>else</a:t>
            </a:r>
            <a:r>
              <a:rPr lang="es-AR" dirty="0"/>
              <a:t> </a:t>
            </a:r>
            <a:r>
              <a:rPr lang="es-AR" dirty="0" err="1"/>
              <a:t>return</a:t>
            </a:r>
            <a:r>
              <a:rPr lang="es-AR" dirty="0"/>
              <a:t> false;</a:t>
            </a:r>
          </a:p>
          <a:p>
            <a:r>
              <a:rPr lang="es-AR" dirty="0"/>
              <a:t>    </a:t>
            </a:r>
            <a:r>
              <a:rPr lang="es-AR" dirty="0" smtClean="0"/>
              <a:t>}</a:t>
            </a:r>
            <a:r>
              <a:rPr lang="es-AR" dirty="0"/>
              <a:t>    </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9891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4827234"/>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p>
          <a:p>
            <a:endParaRPr lang="es-MX" sz="2400" b="1" dirty="0" smtClean="0">
              <a:effectLst/>
              <a:latin typeface="Encode Sans" panose="020B0604020202020204"/>
              <a:ea typeface="Calibri" panose="020F0502020204030204" pitchFamily="34" charset="0"/>
            </a:endParaRPr>
          </a:p>
          <a:p>
            <a:r>
              <a:rPr lang="es-AR" dirty="0"/>
              <a:t>  @</a:t>
            </a:r>
            <a:r>
              <a:rPr lang="es-AR" dirty="0" err="1"/>
              <a:t>PostMapping</a:t>
            </a:r>
            <a:r>
              <a:rPr lang="es-AR" dirty="0"/>
              <a:t>("/</a:t>
            </a:r>
            <a:r>
              <a:rPr lang="es-AR" dirty="0" err="1"/>
              <a:t>addusu</a:t>
            </a:r>
            <a:r>
              <a:rPr lang="es-AR" dirty="0"/>
              <a:t>")</a:t>
            </a:r>
          </a:p>
          <a:p>
            <a:r>
              <a:rPr lang="es-AR" dirty="0"/>
              <a:t>    </a:t>
            </a:r>
            <a:r>
              <a:rPr lang="es-AR" dirty="0" err="1"/>
              <a:t>public</a:t>
            </a:r>
            <a:r>
              <a:rPr lang="es-AR" dirty="0"/>
              <a:t> </a:t>
            </a:r>
            <a:r>
              <a:rPr lang="es-AR" dirty="0" err="1"/>
              <a:t>ResponseEntity</a:t>
            </a:r>
            <a:r>
              <a:rPr lang="es-AR" dirty="0"/>
              <a:t>&lt;?&gt; </a:t>
            </a:r>
            <a:r>
              <a:rPr lang="es-AR" dirty="0" err="1"/>
              <a:t>addUser</a:t>
            </a:r>
            <a:r>
              <a:rPr lang="es-AR" dirty="0"/>
              <a:t>(@</a:t>
            </a:r>
            <a:r>
              <a:rPr lang="es-AR" dirty="0" err="1"/>
              <a:t>RequestBody</a:t>
            </a:r>
            <a:r>
              <a:rPr lang="es-AR" dirty="0"/>
              <a:t> usuarios _</a:t>
            </a:r>
            <a:r>
              <a:rPr lang="es-AR" dirty="0" err="1"/>
              <a:t>usu</a:t>
            </a:r>
            <a:r>
              <a:rPr lang="es-AR" dirty="0"/>
              <a:t>){</a:t>
            </a:r>
          </a:p>
          <a:p>
            <a:r>
              <a:rPr lang="es-AR" dirty="0"/>
              <a:t>        </a:t>
            </a:r>
            <a:r>
              <a:rPr lang="es-AR" dirty="0" err="1"/>
              <a:t>if</a:t>
            </a:r>
            <a:r>
              <a:rPr lang="es-AR" dirty="0"/>
              <a:t> (_</a:t>
            </a:r>
            <a:r>
              <a:rPr lang="es-AR" dirty="0" err="1"/>
              <a:t>usu.getUsuario</a:t>
            </a:r>
            <a:r>
              <a:rPr lang="es-AR" dirty="0"/>
              <a:t>()==</a:t>
            </a:r>
            <a:r>
              <a:rPr lang="es-AR" dirty="0" err="1"/>
              <a:t>null</a:t>
            </a:r>
            <a:r>
              <a:rPr lang="es-AR" dirty="0"/>
              <a:t> || _</a:t>
            </a:r>
            <a:r>
              <a:rPr lang="es-AR" dirty="0" err="1"/>
              <a:t>usu.getUsuario</a:t>
            </a:r>
            <a:r>
              <a:rPr lang="es-AR" dirty="0"/>
              <a:t>().</a:t>
            </a:r>
            <a:r>
              <a:rPr lang="es-AR" dirty="0" err="1"/>
              <a:t>length</a:t>
            </a:r>
            <a:r>
              <a:rPr lang="es-AR" dirty="0"/>
              <a:t>()&lt;=0) </a:t>
            </a:r>
            <a:r>
              <a:rPr lang="es-AR" dirty="0" err="1"/>
              <a:t>return</a:t>
            </a:r>
            <a:r>
              <a:rPr lang="es-AR" dirty="0"/>
              <a:t> new </a:t>
            </a:r>
            <a:r>
              <a:rPr lang="es-AR" dirty="0" err="1"/>
              <a:t>ResponseEntity</a:t>
            </a:r>
            <a:r>
              <a:rPr lang="es-AR" dirty="0"/>
              <a:t>(new Mensaje("Debe de ingresar un nombre de usuario"), </a:t>
            </a:r>
            <a:r>
              <a:rPr lang="es-AR" dirty="0" err="1"/>
              <a:t>HttpStatus.BAD_REQUEST</a:t>
            </a:r>
            <a:r>
              <a:rPr lang="es-AR" dirty="0"/>
              <a:t>);</a:t>
            </a:r>
          </a:p>
          <a:p>
            <a:r>
              <a:rPr lang="es-AR" dirty="0"/>
              <a:t>        </a:t>
            </a:r>
            <a:r>
              <a:rPr lang="es-AR" dirty="0" err="1"/>
              <a:t>if</a:t>
            </a:r>
            <a:r>
              <a:rPr lang="es-AR" dirty="0"/>
              <a:t> (_</a:t>
            </a:r>
            <a:r>
              <a:rPr lang="es-AR" dirty="0" err="1"/>
              <a:t>usu.getPassword</a:t>
            </a:r>
            <a:r>
              <a:rPr lang="es-AR" dirty="0"/>
              <a:t>()==</a:t>
            </a:r>
            <a:r>
              <a:rPr lang="es-AR" dirty="0" err="1"/>
              <a:t>null</a:t>
            </a:r>
            <a:r>
              <a:rPr lang="es-AR" dirty="0"/>
              <a:t> ||_</a:t>
            </a:r>
            <a:r>
              <a:rPr lang="es-AR" dirty="0" err="1"/>
              <a:t>usu.getPassword</a:t>
            </a:r>
            <a:r>
              <a:rPr lang="es-AR" dirty="0"/>
              <a:t>().</a:t>
            </a:r>
            <a:r>
              <a:rPr lang="es-AR" dirty="0" err="1"/>
              <a:t>length</a:t>
            </a:r>
            <a:r>
              <a:rPr lang="es-AR" dirty="0"/>
              <a:t>()&lt;=0) </a:t>
            </a:r>
            <a:r>
              <a:rPr lang="es-AR" dirty="0" err="1"/>
              <a:t>return</a:t>
            </a:r>
            <a:r>
              <a:rPr lang="es-AR" dirty="0"/>
              <a:t> new </a:t>
            </a:r>
            <a:r>
              <a:rPr lang="es-AR" dirty="0" err="1"/>
              <a:t>ResponseEntity</a:t>
            </a:r>
            <a:r>
              <a:rPr lang="es-AR" dirty="0"/>
              <a:t>(new Mensaje("Debe de ingresar un </a:t>
            </a:r>
            <a:r>
              <a:rPr lang="es-AR" dirty="0" err="1"/>
              <a:t>password</a:t>
            </a:r>
            <a:r>
              <a:rPr lang="es-AR" dirty="0"/>
              <a:t> de usuario"), </a:t>
            </a:r>
            <a:r>
              <a:rPr lang="es-AR" dirty="0" err="1"/>
              <a:t>HttpStatus.BAD_REQUEST</a:t>
            </a:r>
            <a:r>
              <a:rPr lang="es-AR" dirty="0"/>
              <a:t>);</a:t>
            </a:r>
          </a:p>
          <a:p>
            <a:r>
              <a:rPr lang="es-AR" dirty="0"/>
              <a:t>        </a:t>
            </a:r>
            <a:r>
              <a:rPr lang="es-AR" dirty="0" err="1"/>
              <a:t>if</a:t>
            </a:r>
            <a:r>
              <a:rPr lang="es-AR" dirty="0"/>
              <a:t> (_</a:t>
            </a:r>
            <a:r>
              <a:rPr lang="es-AR" dirty="0" err="1"/>
              <a:t>usu.getEmail</a:t>
            </a:r>
            <a:r>
              <a:rPr lang="es-AR" dirty="0"/>
              <a:t>()==</a:t>
            </a:r>
            <a:r>
              <a:rPr lang="es-AR" dirty="0" err="1"/>
              <a:t>null</a:t>
            </a:r>
            <a:r>
              <a:rPr lang="es-AR" dirty="0"/>
              <a:t> ||_</a:t>
            </a:r>
            <a:r>
              <a:rPr lang="es-AR" dirty="0" err="1"/>
              <a:t>usu.getEmail</a:t>
            </a:r>
            <a:r>
              <a:rPr lang="es-AR" dirty="0"/>
              <a:t>().</a:t>
            </a:r>
            <a:r>
              <a:rPr lang="es-AR" dirty="0" err="1"/>
              <a:t>length</a:t>
            </a:r>
            <a:r>
              <a:rPr lang="es-AR" dirty="0"/>
              <a:t>()&lt;=0) </a:t>
            </a:r>
            <a:r>
              <a:rPr lang="es-AR" dirty="0" err="1"/>
              <a:t>return</a:t>
            </a:r>
            <a:r>
              <a:rPr lang="es-AR" dirty="0"/>
              <a:t> new </a:t>
            </a:r>
            <a:r>
              <a:rPr lang="es-AR" dirty="0" err="1"/>
              <a:t>ResponseEntity</a:t>
            </a:r>
            <a:r>
              <a:rPr lang="es-AR" dirty="0"/>
              <a:t>(new Mensaje("Debe de ingresar un email de usuario"), </a:t>
            </a:r>
            <a:r>
              <a:rPr lang="es-AR" dirty="0" err="1"/>
              <a:t>HttpStatus.BAD_REQUEST</a:t>
            </a:r>
            <a:r>
              <a:rPr lang="es-AR" dirty="0"/>
              <a:t>);</a:t>
            </a:r>
          </a:p>
          <a:p>
            <a:r>
              <a:rPr lang="es-AR" dirty="0"/>
              <a:t>        </a:t>
            </a:r>
            <a:r>
              <a:rPr lang="es-AR" dirty="0" err="1"/>
              <a:t>if</a:t>
            </a:r>
            <a:r>
              <a:rPr lang="es-AR" dirty="0"/>
              <a:t> (</a:t>
            </a:r>
            <a:r>
              <a:rPr lang="es-AR" dirty="0" err="1"/>
              <a:t>exiteUsuarioxNombrexPasword</a:t>
            </a:r>
            <a:r>
              <a:rPr lang="es-AR" dirty="0"/>
              <a:t>(_</a:t>
            </a:r>
            <a:r>
              <a:rPr lang="es-AR" dirty="0" err="1"/>
              <a:t>usu.getUsuario</a:t>
            </a:r>
            <a:r>
              <a:rPr lang="es-AR" dirty="0"/>
              <a:t>(),_</a:t>
            </a:r>
            <a:r>
              <a:rPr lang="es-AR" dirty="0" err="1"/>
              <a:t>usu.getPassword</a:t>
            </a:r>
            <a:r>
              <a:rPr lang="es-AR" dirty="0"/>
              <a:t>())==true) </a:t>
            </a:r>
            <a:r>
              <a:rPr lang="es-AR" dirty="0" err="1"/>
              <a:t>return</a:t>
            </a:r>
            <a:r>
              <a:rPr lang="es-AR" dirty="0"/>
              <a:t> new </a:t>
            </a:r>
            <a:r>
              <a:rPr lang="es-AR" dirty="0" err="1"/>
              <a:t>ResponseEntity</a:t>
            </a:r>
            <a:r>
              <a:rPr lang="es-AR" dirty="0"/>
              <a:t>(new Mensaje("El usuario ya existe, ingrese otro usuario"), </a:t>
            </a:r>
            <a:r>
              <a:rPr lang="es-AR" dirty="0" err="1"/>
              <a:t>HttpStatus.BAD_REQUEST</a:t>
            </a:r>
            <a:r>
              <a:rPr lang="es-AR" dirty="0"/>
              <a:t>);</a:t>
            </a:r>
          </a:p>
          <a:p>
            <a:r>
              <a:rPr lang="es-AR" dirty="0"/>
              <a:t>    </a:t>
            </a:r>
          </a:p>
          <a:p>
            <a:r>
              <a:rPr lang="es-AR" dirty="0"/>
              <a:t>        usuarios </a:t>
            </a:r>
            <a:r>
              <a:rPr lang="es-AR" dirty="0" err="1"/>
              <a:t>usu</a:t>
            </a:r>
            <a:r>
              <a:rPr lang="es-AR" dirty="0"/>
              <a:t>=new usuarios(_</a:t>
            </a:r>
            <a:r>
              <a:rPr lang="es-AR" dirty="0" err="1"/>
              <a:t>usu.getUsuario</a:t>
            </a:r>
            <a:r>
              <a:rPr lang="es-AR" dirty="0"/>
              <a:t>(),_</a:t>
            </a:r>
            <a:r>
              <a:rPr lang="es-AR" dirty="0" err="1"/>
              <a:t>usu.getPassword</a:t>
            </a:r>
            <a:r>
              <a:rPr lang="es-AR" dirty="0"/>
              <a:t>(),_</a:t>
            </a:r>
            <a:r>
              <a:rPr lang="es-AR" dirty="0" err="1"/>
              <a:t>usu.getEmail</a:t>
            </a:r>
            <a:r>
              <a:rPr lang="es-AR" dirty="0"/>
              <a:t>(),false);</a:t>
            </a:r>
          </a:p>
          <a:p>
            <a:r>
              <a:rPr lang="es-AR" dirty="0"/>
              <a:t>        </a:t>
            </a:r>
            <a:r>
              <a:rPr lang="es-AR" dirty="0" err="1"/>
              <a:t>userRepository.save</a:t>
            </a:r>
            <a:r>
              <a:rPr lang="es-AR" dirty="0"/>
              <a:t>(</a:t>
            </a:r>
            <a:r>
              <a:rPr lang="es-AR" dirty="0" err="1"/>
              <a:t>usu</a:t>
            </a:r>
            <a:r>
              <a:rPr lang="es-AR" dirty="0"/>
              <a:t>);</a:t>
            </a:r>
          </a:p>
          <a:p>
            <a:r>
              <a:rPr lang="es-AR" dirty="0"/>
              <a:t/>
            </a:r>
            <a:br>
              <a:rPr lang="es-AR" dirty="0"/>
            </a:br>
            <a:r>
              <a:rPr lang="es-AR" dirty="0"/>
              <a:t>        </a:t>
            </a:r>
            <a:r>
              <a:rPr lang="es-AR" dirty="0" err="1"/>
              <a:t>return</a:t>
            </a:r>
            <a:r>
              <a:rPr lang="es-AR" dirty="0"/>
              <a:t> new </a:t>
            </a:r>
            <a:r>
              <a:rPr lang="es-AR" dirty="0" err="1"/>
              <a:t>ResponseEntity</a:t>
            </a:r>
            <a:r>
              <a:rPr lang="es-AR" dirty="0"/>
              <a:t>(new Mensaje("Usuario generado"), </a:t>
            </a:r>
            <a:r>
              <a:rPr lang="es-AR" dirty="0" err="1"/>
              <a:t>HttpStatus.OK</a:t>
            </a:r>
            <a:r>
              <a:rPr lang="es-AR" dirty="0" smtClean="0"/>
              <a:t>);</a:t>
            </a:r>
            <a:r>
              <a:rPr lang="es-AR" dirty="0"/>
              <a:t>    </a:t>
            </a:r>
            <a:r>
              <a:rPr lang="es-AR" dirty="0" smtClean="0"/>
              <a:t>}</a:t>
            </a:r>
            <a:endParaRPr lang="es-AR"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9092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434034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r>
              <a:rPr lang="es-AR" dirty="0"/>
              <a:t>   @</a:t>
            </a:r>
            <a:r>
              <a:rPr lang="es-AR" dirty="0" err="1"/>
              <a:t>DeleteMapping</a:t>
            </a:r>
            <a:r>
              <a:rPr lang="es-AR" dirty="0"/>
              <a:t>("/</a:t>
            </a:r>
            <a:r>
              <a:rPr lang="es-AR" dirty="0" err="1"/>
              <a:t>deleteusu</a:t>
            </a:r>
            <a:r>
              <a:rPr lang="es-AR" dirty="0"/>
              <a:t>")</a:t>
            </a:r>
          </a:p>
          <a:p>
            <a:r>
              <a:rPr lang="es-AR" dirty="0"/>
              <a:t>    </a:t>
            </a:r>
            <a:r>
              <a:rPr lang="es-AR" dirty="0" err="1"/>
              <a:t>public</a:t>
            </a:r>
            <a:r>
              <a:rPr lang="es-AR" dirty="0"/>
              <a:t> </a:t>
            </a:r>
            <a:r>
              <a:rPr lang="es-AR" dirty="0" err="1"/>
              <a:t>ResponseEntity</a:t>
            </a:r>
            <a:r>
              <a:rPr lang="es-AR" dirty="0"/>
              <a:t>&lt;?&gt; </a:t>
            </a:r>
            <a:r>
              <a:rPr lang="es-AR" dirty="0" err="1"/>
              <a:t>deleteUser</a:t>
            </a:r>
            <a:r>
              <a:rPr lang="es-AR" dirty="0"/>
              <a:t>(@</a:t>
            </a:r>
            <a:r>
              <a:rPr lang="es-AR" dirty="0" err="1"/>
              <a:t>RequestParam</a:t>
            </a:r>
            <a:r>
              <a:rPr lang="es-AR" dirty="0"/>
              <a:t> </a:t>
            </a:r>
            <a:r>
              <a:rPr lang="es-AR" dirty="0" err="1"/>
              <a:t>int</a:t>
            </a:r>
            <a:r>
              <a:rPr lang="es-AR" dirty="0"/>
              <a:t> id){</a:t>
            </a:r>
          </a:p>
          <a:p>
            <a:r>
              <a:rPr lang="es-AR" dirty="0"/>
              <a:t>        </a:t>
            </a:r>
            <a:r>
              <a:rPr lang="es-AR" dirty="0" err="1"/>
              <a:t>if</a:t>
            </a:r>
            <a:r>
              <a:rPr lang="es-AR" dirty="0"/>
              <a:t> (id&lt;0) </a:t>
            </a:r>
            <a:r>
              <a:rPr lang="es-AR" dirty="0" err="1"/>
              <a:t>return</a:t>
            </a:r>
            <a:r>
              <a:rPr lang="es-AR" dirty="0"/>
              <a:t> new </a:t>
            </a:r>
            <a:r>
              <a:rPr lang="es-AR" dirty="0" err="1"/>
              <a:t>ResponseEntity</a:t>
            </a:r>
            <a:r>
              <a:rPr lang="es-AR" dirty="0"/>
              <a:t>(new Mensaje("Debe de seleccionar un usuario"), </a:t>
            </a:r>
            <a:r>
              <a:rPr lang="es-AR" dirty="0" err="1"/>
              <a:t>HttpStatus.BAD_REQUEST</a:t>
            </a:r>
            <a:r>
              <a:rPr lang="es-AR" dirty="0"/>
              <a:t>);</a:t>
            </a:r>
          </a:p>
          <a:p>
            <a:r>
              <a:rPr lang="es-AR" dirty="0"/>
              <a:t>      </a:t>
            </a:r>
          </a:p>
          <a:p>
            <a:r>
              <a:rPr lang="es-AR" dirty="0"/>
              <a:t>        usuarios </a:t>
            </a:r>
            <a:r>
              <a:rPr lang="es-AR" dirty="0" err="1"/>
              <a:t>usu</a:t>
            </a:r>
            <a:r>
              <a:rPr lang="es-AR" dirty="0"/>
              <a:t>=</a:t>
            </a:r>
            <a:r>
              <a:rPr lang="es-AR" dirty="0" err="1"/>
              <a:t>this.userRepository.findById</a:t>
            </a:r>
            <a:r>
              <a:rPr lang="es-AR" dirty="0"/>
              <a:t>(id);</a:t>
            </a:r>
          </a:p>
          <a:p>
            <a:r>
              <a:rPr lang="es-AR" dirty="0"/>
              <a:t>    </a:t>
            </a:r>
          </a:p>
          <a:p>
            <a:r>
              <a:rPr lang="es-AR" dirty="0"/>
              <a:t>        </a:t>
            </a:r>
            <a:r>
              <a:rPr lang="es-AR" dirty="0" err="1"/>
              <a:t>usu.setEliminado</a:t>
            </a:r>
            <a:r>
              <a:rPr lang="es-AR" dirty="0"/>
              <a:t>(true);</a:t>
            </a:r>
          </a:p>
          <a:p>
            <a:r>
              <a:rPr lang="es-AR" dirty="0"/>
              <a:t>    </a:t>
            </a:r>
          </a:p>
          <a:p>
            <a:r>
              <a:rPr lang="es-AR" dirty="0"/>
              <a:t>        </a:t>
            </a:r>
            <a:r>
              <a:rPr lang="es-AR" dirty="0" err="1"/>
              <a:t>userRepository.save</a:t>
            </a:r>
            <a:r>
              <a:rPr lang="es-AR" dirty="0"/>
              <a:t>(</a:t>
            </a:r>
            <a:r>
              <a:rPr lang="es-AR" dirty="0" err="1"/>
              <a:t>usu</a:t>
            </a:r>
            <a:r>
              <a:rPr lang="es-AR" dirty="0"/>
              <a:t>);</a:t>
            </a:r>
          </a:p>
          <a:p>
            <a:r>
              <a:rPr lang="es-AR" dirty="0"/>
              <a:t/>
            </a:r>
            <a:br>
              <a:rPr lang="es-AR" dirty="0"/>
            </a:br>
            <a:r>
              <a:rPr lang="es-AR" dirty="0"/>
              <a:t>        </a:t>
            </a:r>
            <a:r>
              <a:rPr lang="es-AR" dirty="0" err="1"/>
              <a:t>return</a:t>
            </a:r>
            <a:r>
              <a:rPr lang="es-AR" dirty="0"/>
              <a:t> new </a:t>
            </a:r>
            <a:r>
              <a:rPr lang="es-AR" dirty="0" err="1"/>
              <a:t>ResponseEntity</a:t>
            </a:r>
            <a:r>
              <a:rPr lang="es-AR" dirty="0"/>
              <a:t>(new Mensaje("Usuario eliminado"), </a:t>
            </a:r>
            <a:r>
              <a:rPr lang="es-AR" dirty="0" err="1"/>
              <a:t>HttpStatus.OK</a:t>
            </a:r>
            <a:r>
              <a:rPr lang="es-AR" dirty="0"/>
              <a:t>);</a:t>
            </a:r>
          </a:p>
          <a:p>
            <a:r>
              <a:rPr lang="es-AR" dirty="0"/>
              <a:t>    }</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0617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434034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p>
          <a:p>
            <a:endParaRPr lang="es-MX" sz="2400" b="1" dirty="0" smtClean="0">
              <a:effectLst/>
              <a:latin typeface="Encode Sans" panose="020B0604020202020204"/>
              <a:ea typeface="Calibri" panose="020F0502020204030204" pitchFamily="34" charset="0"/>
            </a:endParaRPr>
          </a:p>
          <a:p>
            <a:r>
              <a:rPr lang="es-AR" dirty="0"/>
              <a:t>   @</a:t>
            </a:r>
            <a:r>
              <a:rPr lang="es-AR" dirty="0" err="1"/>
              <a:t>PutMapping</a:t>
            </a:r>
            <a:r>
              <a:rPr lang="es-AR" dirty="0"/>
              <a:t>("/</a:t>
            </a:r>
            <a:r>
              <a:rPr lang="es-AR" dirty="0" err="1"/>
              <a:t>updateusu</a:t>
            </a:r>
            <a:r>
              <a:rPr lang="es-AR" dirty="0"/>
              <a:t>")</a:t>
            </a:r>
          </a:p>
          <a:p>
            <a:r>
              <a:rPr lang="es-AR" dirty="0"/>
              <a:t>    </a:t>
            </a:r>
            <a:r>
              <a:rPr lang="es-AR" dirty="0" err="1"/>
              <a:t>public</a:t>
            </a:r>
            <a:r>
              <a:rPr lang="es-AR" dirty="0"/>
              <a:t> </a:t>
            </a:r>
            <a:r>
              <a:rPr lang="es-AR" dirty="0" err="1"/>
              <a:t>ResponseEntity</a:t>
            </a:r>
            <a:r>
              <a:rPr lang="es-AR" dirty="0"/>
              <a:t>&lt;?&gt; </a:t>
            </a:r>
            <a:r>
              <a:rPr lang="es-AR" dirty="0" err="1"/>
              <a:t>updateUser</a:t>
            </a:r>
            <a:r>
              <a:rPr lang="es-AR" dirty="0"/>
              <a:t>(@</a:t>
            </a:r>
            <a:r>
              <a:rPr lang="es-AR" dirty="0" err="1"/>
              <a:t>RequestBody</a:t>
            </a:r>
            <a:r>
              <a:rPr lang="es-AR" dirty="0"/>
              <a:t> usuarios _</a:t>
            </a:r>
            <a:r>
              <a:rPr lang="es-AR" dirty="0" err="1"/>
              <a:t>usu</a:t>
            </a:r>
            <a:r>
              <a:rPr lang="es-AR" dirty="0"/>
              <a:t>){</a:t>
            </a:r>
          </a:p>
          <a:p>
            <a:r>
              <a:rPr lang="es-AR" dirty="0"/>
              <a:t>        </a:t>
            </a:r>
            <a:r>
              <a:rPr lang="es-AR" dirty="0" err="1"/>
              <a:t>if</a:t>
            </a:r>
            <a:r>
              <a:rPr lang="es-AR" dirty="0"/>
              <a:t> (</a:t>
            </a:r>
            <a:r>
              <a:rPr lang="es-AR" dirty="0" err="1"/>
              <a:t>exiteUsuarioxid</a:t>
            </a:r>
            <a:r>
              <a:rPr lang="es-AR" dirty="0"/>
              <a:t>(_</a:t>
            </a:r>
            <a:r>
              <a:rPr lang="es-AR" dirty="0" err="1"/>
              <a:t>usu.getIdusuario</a:t>
            </a:r>
            <a:r>
              <a:rPr lang="es-AR" dirty="0"/>
              <a:t>())==false) </a:t>
            </a:r>
            <a:r>
              <a:rPr lang="es-AR" dirty="0" err="1"/>
              <a:t>return</a:t>
            </a:r>
            <a:r>
              <a:rPr lang="es-AR" dirty="0"/>
              <a:t> new </a:t>
            </a:r>
            <a:r>
              <a:rPr lang="es-AR" dirty="0" err="1"/>
              <a:t>ResponseEntity</a:t>
            </a:r>
            <a:r>
              <a:rPr lang="es-AR" dirty="0"/>
              <a:t>(new Mensaje("El usuario no existe"), </a:t>
            </a:r>
            <a:r>
              <a:rPr lang="es-AR" dirty="0" err="1"/>
              <a:t>HttpStatus.NOT_FOUND</a:t>
            </a:r>
            <a:r>
              <a:rPr lang="es-AR" dirty="0"/>
              <a:t>);</a:t>
            </a:r>
          </a:p>
          <a:p>
            <a:r>
              <a:rPr lang="es-AR" dirty="0"/>
              <a:t>        </a:t>
            </a:r>
            <a:r>
              <a:rPr lang="es-AR" dirty="0" err="1"/>
              <a:t>if</a:t>
            </a:r>
            <a:r>
              <a:rPr lang="es-AR" dirty="0"/>
              <a:t> (_</a:t>
            </a:r>
            <a:r>
              <a:rPr lang="es-AR" dirty="0" err="1"/>
              <a:t>usu.getUsuario</a:t>
            </a:r>
            <a:r>
              <a:rPr lang="es-AR" dirty="0"/>
              <a:t>()==</a:t>
            </a:r>
            <a:r>
              <a:rPr lang="es-AR" dirty="0" err="1"/>
              <a:t>null</a:t>
            </a:r>
            <a:r>
              <a:rPr lang="es-AR" dirty="0"/>
              <a:t> || _</a:t>
            </a:r>
            <a:r>
              <a:rPr lang="es-AR" dirty="0" err="1"/>
              <a:t>usu.getUsuario</a:t>
            </a:r>
            <a:r>
              <a:rPr lang="es-AR" dirty="0"/>
              <a:t>().</a:t>
            </a:r>
            <a:r>
              <a:rPr lang="es-AR" dirty="0" err="1"/>
              <a:t>length</a:t>
            </a:r>
            <a:r>
              <a:rPr lang="es-AR" dirty="0"/>
              <a:t>()&lt;=0) </a:t>
            </a:r>
            <a:r>
              <a:rPr lang="es-AR" dirty="0" err="1"/>
              <a:t>return</a:t>
            </a:r>
            <a:r>
              <a:rPr lang="es-AR" dirty="0"/>
              <a:t> new </a:t>
            </a:r>
            <a:r>
              <a:rPr lang="es-AR" dirty="0" err="1"/>
              <a:t>ResponseEntity</a:t>
            </a:r>
            <a:r>
              <a:rPr lang="es-AR" dirty="0"/>
              <a:t>(new Mensaje("Debe de ingresar un nombre de usuario"), </a:t>
            </a:r>
            <a:r>
              <a:rPr lang="es-AR" dirty="0" err="1"/>
              <a:t>HttpStatus.BAD_REQUEST</a:t>
            </a:r>
            <a:r>
              <a:rPr lang="es-AR" dirty="0"/>
              <a:t>);</a:t>
            </a:r>
          </a:p>
          <a:p>
            <a:r>
              <a:rPr lang="es-AR" dirty="0"/>
              <a:t>        </a:t>
            </a:r>
            <a:r>
              <a:rPr lang="es-AR" dirty="0" err="1"/>
              <a:t>if</a:t>
            </a:r>
            <a:r>
              <a:rPr lang="es-AR" dirty="0"/>
              <a:t> (_</a:t>
            </a:r>
            <a:r>
              <a:rPr lang="es-AR" dirty="0" err="1"/>
              <a:t>usu.getPassword</a:t>
            </a:r>
            <a:r>
              <a:rPr lang="es-AR" dirty="0"/>
              <a:t>()==</a:t>
            </a:r>
            <a:r>
              <a:rPr lang="es-AR" dirty="0" err="1"/>
              <a:t>null</a:t>
            </a:r>
            <a:r>
              <a:rPr lang="es-AR" dirty="0"/>
              <a:t> ||_</a:t>
            </a:r>
            <a:r>
              <a:rPr lang="es-AR" dirty="0" err="1"/>
              <a:t>usu.getPassword</a:t>
            </a:r>
            <a:r>
              <a:rPr lang="es-AR" dirty="0"/>
              <a:t>().</a:t>
            </a:r>
            <a:r>
              <a:rPr lang="es-AR" dirty="0" err="1"/>
              <a:t>length</a:t>
            </a:r>
            <a:r>
              <a:rPr lang="es-AR" dirty="0"/>
              <a:t>()&lt;=0) </a:t>
            </a:r>
            <a:r>
              <a:rPr lang="es-AR" dirty="0" err="1"/>
              <a:t>return</a:t>
            </a:r>
            <a:r>
              <a:rPr lang="es-AR" dirty="0"/>
              <a:t> new </a:t>
            </a:r>
            <a:r>
              <a:rPr lang="es-AR" dirty="0" err="1"/>
              <a:t>ResponseEntity</a:t>
            </a:r>
            <a:r>
              <a:rPr lang="es-AR" dirty="0"/>
              <a:t>(new Mensaje("Debe de ingresar un </a:t>
            </a:r>
            <a:r>
              <a:rPr lang="es-AR" dirty="0" err="1"/>
              <a:t>password</a:t>
            </a:r>
            <a:r>
              <a:rPr lang="es-AR" dirty="0"/>
              <a:t> de usuario"), </a:t>
            </a:r>
            <a:r>
              <a:rPr lang="es-AR" dirty="0" err="1"/>
              <a:t>HttpStatus.BAD_REQUEST</a:t>
            </a:r>
            <a:r>
              <a:rPr lang="es-AR" dirty="0"/>
              <a:t>);</a:t>
            </a:r>
          </a:p>
          <a:p>
            <a:r>
              <a:rPr lang="es-AR" dirty="0"/>
              <a:t>        </a:t>
            </a:r>
            <a:r>
              <a:rPr lang="es-AR" dirty="0" err="1"/>
              <a:t>if</a:t>
            </a:r>
            <a:r>
              <a:rPr lang="es-AR" dirty="0"/>
              <a:t> (_</a:t>
            </a:r>
            <a:r>
              <a:rPr lang="es-AR" dirty="0" err="1"/>
              <a:t>usu.getEmail</a:t>
            </a:r>
            <a:r>
              <a:rPr lang="es-AR" dirty="0"/>
              <a:t>()==</a:t>
            </a:r>
            <a:r>
              <a:rPr lang="es-AR" dirty="0" err="1"/>
              <a:t>null</a:t>
            </a:r>
            <a:r>
              <a:rPr lang="es-AR" dirty="0"/>
              <a:t> ||_</a:t>
            </a:r>
            <a:r>
              <a:rPr lang="es-AR" dirty="0" err="1"/>
              <a:t>usu.getEmail</a:t>
            </a:r>
            <a:r>
              <a:rPr lang="es-AR" dirty="0"/>
              <a:t>().</a:t>
            </a:r>
            <a:r>
              <a:rPr lang="es-AR" dirty="0" err="1"/>
              <a:t>length</a:t>
            </a:r>
            <a:r>
              <a:rPr lang="es-AR" dirty="0"/>
              <a:t>()&lt;=0) </a:t>
            </a:r>
            <a:r>
              <a:rPr lang="es-AR" dirty="0" err="1"/>
              <a:t>return</a:t>
            </a:r>
            <a:r>
              <a:rPr lang="es-AR" dirty="0"/>
              <a:t> new </a:t>
            </a:r>
            <a:r>
              <a:rPr lang="es-AR" dirty="0" err="1"/>
              <a:t>ResponseEntity</a:t>
            </a:r>
            <a:r>
              <a:rPr lang="es-AR" dirty="0"/>
              <a:t>(new Mensaje("Debe de ingresar un email de usuario"), </a:t>
            </a:r>
            <a:r>
              <a:rPr lang="es-AR" dirty="0" err="1"/>
              <a:t>HttpStatus.BAD_REQUEST</a:t>
            </a:r>
            <a:r>
              <a:rPr lang="es-AR" dirty="0"/>
              <a:t>);</a:t>
            </a:r>
          </a:p>
          <a:p>
            <a:r>
              <a:rPr lang="es-AR" dirty="0"/>
              <a:t>        </a:t>
            </a:r>
            <a:r>
              <a:rPr lang="es-AR" dirty="0" err="1"/>
              <a:t>if</a:t>
            </a:r>
            <a:r>
              <a:rPr lang="es-AR" dirty="0"/>
              <a:t> (</a:t>
            </a:r>
            <a:r>
              <a:rPr lang="es-AR" dirty="0" err="1"/>
              <a:t>exiteUsuarioxNombrexPasword</a:t>
            </a:r>
            <a:r>
              <a:rPr lang="es-AR" dirty="0"/>
              <a:t>(_</a:t>
            </a:r>
            <a:r>
              <a:rPr lang="es-AR" dirty="0" err="1"/>
              <a:t>usu.getUsuario</a:t>
            </a:r>
            <a:r>
              <a:rPr lang="es-AR" dirty="0"/>
              <a:t>(),_</a:t>
            </a:r>
            <a:r>
              <a:rPr lang="es-AR" dirty="0" err="1"/>
              <a:t>usu.getPassword</a:t>
            </a:r>
            <a:r>
              <a:rPr lang="es-AR" dirty="0"/>
              <a:t>())==true) </a:t>
            </a:r>
            <a:r>
              <a:rPr lang="es-AR" dirty="0" err="1"/>
              <a:t>return</a:t>
            </a:r>
            <a:r>
              <a:rPr lang="es-AR" dirty="0"/>
              <a:t> new </a:t>
            </a:r>
            <a:r>
              <a:rPr lang="es-AR" dirty="0" err="1"/>
              <a:t>ResponseEntity</a:t>
            </a:r>
            <a:r>
              <a:rPr lang="es-AR" dirty="0"/>
              <a:t>(new Mensaje("El usuario ya existe"), </a:t>
            </a:r>
            <a:r>
              <a:rPr lang="es-AR" dirty="0" err="1"/>
              <a:t>HttpStatus.BAD_REQUEST</a:t>
            </a:r>
            <a:r>
              <a:rPr lang="es-AR" dirty="0" smtClean="0"/>
              <a:t>);</a:t>
            </a:r>
            <a:endParaRPr lang="es-AR"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5485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5"/>
            <a:ext cx="11131990" cy="434034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Modificando controlador de usuario</a:t>
            </a:r>
          </a:p>
          <a:p>
            <a:endParaRPr lang="es-MX" sz="2400" b="1" dirty="0" smtClean="0">
              <a:effectLst/>
              <a:latin typeface="Encode Sans" panose="020B0604020202020204"/>
              <a:ea typeface="Calibri" panose="020F0502020204030204" pitchFamily="34" charset="0"/>
            </a:endParaRPr>
          </a:p>
          <a:p>
            <a:r>
              <a:rPr lang="es-AR" dirty="0"/>
              <a:t>    usuarios </a:t>
            </a:r>
            <a:r>
              <a:rPr lang="es-AR" dirty="0" err="1"/>
              <a:t>usu</a:t>
            </a:r>
            <a:r>
              <a:rPr lang="es-AR" dirty="0"/>
              <a:t>=</a:t>
            </a:r>
            <a:r>
              <a:rPr lang="es-AR" dirty="0" err="1"/>
              <a:t>this.userRepository.findById</a:t>
            </a:r>
            <a:r>
              <a:rPr lang="es-AR" dirty="0"/>
              <a:t>(_</a:t>
            </a:r>
            <a:r>
              <a:rPr lang="es-AR" dirty="0" err="1"/>
              <a:t>usu.getIdusuario</a:t>
            </a:r>
            <a:r>
              <a:rPr lang="es-AR" dirty="0"/>
              <a:t>());</a:t>
            </a:r>
          </a:p>
          <a:p>
            <a:r>
              <a:rPr lang="es-AR" dirty="0"/>
              <a:t>    </a:t>
            </a:r>
          </a:p>
          <a:p>
            <a:r>
              <a:rPr lang="es-AR" dirty="0"/>
              <a:t>        </a:t>
            </a:r>
            <a:r>
              <a:rPr lang="es-AR" dirty="0" err="1"/>
              <a:t>usu.setUsuario</a:t>
            </a:r>
            <a:r>
              <a:rPr lang="es-AR" dirty="0"/>
              <a:t>(_</a:t>
            </a:r>
            <a:r>
              <a:rPr lang="es-AR" dirty="0" err="1"/>
              <a:t>usu.getUsuario</a:t>
            </a:r>
            <a:r>
              <a:rPr lang="es-AR" dirty="0"/>
              <a:t>());</a:t>
            </a:r>
          </a:p>
          <a:p>
            <a:r>
              <a:rPr lang="es-AR" dirty="0"/>
              <a:t>        </a:t>
            </a:r>
            <a:r>
              <a:rPr lang="es-AR" dirty="0" err="1"/>
              <a:t>usu.setPassword</a:t>
            </a:r>
            <a:r>
              <a:rPr lang="es-AR" dirty="0"/>
              <a:t>(_</a:t>
            </a:r>
            <a:r>
              <a:rPr lang="es-AR" dirty="0" err="1"/>
              <a:t>usu.getPassword</a:t>
            </a:r>
            <a:r>
              <a:rPr lang="es-AR" dirty="0"/>
              <a:t>());</a:t>
            </a:r>
          </a:p>
          <a:p>
            <a:r>
              <a:rPr lang="es-AR" dirty="0"/>
              <a:t>        </a:t>
            </a:r>
            <a:r>
              <a:rPr lang="es-AR" dirty="0" err="1"/>
              <a:t>usu.setEmail</a:t>
            </a:r>
            <a:r>
              <a:rPr lang="es-AR" dirty="0"/>
              <a:t>(_</a:t>
            </a:r>
            <a:r>
              <a:rPr lang="es-AR" dirty="0" err="1"/>
              <a:t>usu.getEmail</a:t>
            </a:r>
            <a:r>
              <a:rPr lang="es-AR" dirty="0"/>
              <a:t>());</a:t>
            </a:r>
          </a:p>
          <a:p>
            <a:r>
              <a:rPr lang="es-AR" dirty="0"/>
              <a:t>        </a:t>
            </a:r>
            <a:r>
              <a:rPr lang="es-AR" dirty="0" err="1"/>
              <a:t>usu.setEliminado</a:t>
            </a:r>
            <a:r>
              <a:rPr lang="es-AR" dirty="0"/>
              <a:t>(_</a:t>
            </a:r>
            <a:r>
              <a:rPr lang="es-AR" dirty="0" err="1"/>
              <a:t>usu.getEliminado</a:t>
            </a:r>
            <a:r>
              <a:rPr lang="es-AR" dirty="0"/>
              <a:t>());</a:t>
            </a:r>
          </a:p>
          <a:p>
            <a:r>
              <a:rPr lang="es-AR" dirty="0"/>
              <a:t>    </a:t>
            </a:r>
          </a:p>
          <a:p>
            <a:r>
              <a:rPr lang="es-AR" dirty="0"/>
              <a:t>        </a:t>
            </a:r>
            <a:r>
              <a:rPr lang="es-AR" dirty="0" err="1"/>
              <a:t>userRepository.save</a:t>
            </a:r>
            <a:r>
              <a:rPr lang="es-AR" dirty="0"/>
              <a:t>(</a:t>
            </a:r>
            <a:r>
              <a:rPr lang="es-AR" dirty="0" err="1"/>
              <a:t>usu</a:t>
            </a:r>
            <a:r>
              <a:rPr lang="es-AR" dirty="0"/>
              <a:t>);</a:t>
            </a:r>
          </a:p>
          <a:p>
            <a:r>
              <a:rPr lang="es-AR" dirty="0"/>
              <a:t/>
            </a:r>
            <a:br>
              <a:rPr lang="es-AR" dirty="0"/>
            </a:br>
            <a:r>
              <a:rPr lang="es-AR" dirty="0"/>
              <a:t>        </a:t>
            </a:r>
            <a:r>
              <a:rPr lang="es-AR" dirty="0" err="1"/>
              <a:t>return</a:t>
            </a:r>
            <a:r>
              <a:rPr lang="es-AR" dirty="0"/>
              <a:t> new </a:t>
            </a:r>
            <a:r>
              <a:rPr lang="es-AR" dirty="0" err="1"/>
              <a:t>ResponseEntity</a:t>
            </a:r>
            <a:r>
              <a:rPr lang="es-AR" dirty="0"/>
              <a:t>(new Mensaje("Usuario modificado </a:t>
            </a:r>
            <a:r>
              <a:rPr lang="es-AR" dirty="0" smtClean="0"/>
              <a:t>"), </a:t>
            </a:r>
            <a:r>
              <a:rPr lang="es-AR" dirty="0" err="1"/>
              <a:t>HttpStatus.OK</a:t>
            </a:r>
            <a:r>
              <a:rPr lang="es-AR" dirty="0"/>
              <a:t>);</a:t>
            </a:r>
          </a:p>
          <a:p>
            <a:r>
              <a:rPr lang="es-AR" dirty="0"/>
              <a:t>    }</a:t>
            </a:r>
          </a:p>
          <a:p>
            <a:r>
              <a:rPr lang="es-AR" dirty="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5682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17553451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err="1" smtClean="0">
                <a:solidFill>
                  <a:srgbClr val="0070C0"/>
                </a:solidFill>
                <a:latin typeface="Georgia"/>
                <a:ea typeface="Georgia"/>
                <a:cs typeface="Georgia"/>
                <a:sym typeface="Georgia"/>
              </a:rPr>
              <a:t>Linkeando</a:t>
            </a:r>
            <a:r>
              <a:rPr lang="es-AR" sz="4000" b="1" dirty="0" smtClean="0">
                <a:solidFill>
                  <a:srgbClr val="0070C0"/>
                </a:solidFill>
                <a:latin typeface="Georgia"/>
                <a:ea typeface="Georgia"/>
                <a:cs typeface="Georgia"/>
                <a:sym typeface="Georgia"/>
              </a:rPr>
              <a:t> librerías e instalando complemento para los mensajes emergentes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6374963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Index.html</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Agregamos referencias a </a:t>
            </a:r>
            <a:r>
              <a:rPr lang="es-ES" dirty="0" err="1" smtClean="0"/>
              <a:t>boostrap</a:t>
            </a:r>
            <a:r>
              <a:rPr lang="es-ES" dirty="0" smtClean="0"/>
              <a:t> y </a:t>
            </a:r>
            <a:r>
              <a:rPr lang="es-ES" dirty="0" err="1" smtClean="0"/>
              <a:t>font-awesome</a:t>
            </a:r>
            <a:r>
              <a:rPr lang="es-ES" dirty="0" smtClean="0"/>
              <a:t>.</a:t>
            </a:r>
          </a:p>
          <a:p>
            <a:endParaRPr lang="es-ES" dirty="0"/>
          </a:p>
          <a:p>
            <a:r>
              <a:rPr lang="es-AR" dirty="0" smtClean="0"/>
              <a:t> …</a:t>
            </a:r>
          </a:p>
          <a:p>
            <a:r>
              <a:rPr lang="es-AR" dirty="0"/>
              <a:t>  &lt;!--</a:t>
            </a:r>
            <a:r>
              <a:rPr lang="es-AR" dirty="0" err="1"/>
              <a:t>Bootstrap</a:t>
            </a:r>
            <a:r>
              <a:rPr lang="es-AR" dirty="0"/>
              <a:t>--&gt;</a:t>
            </a:r>
          </a:p>
          <a:p>
            <a:r>
              <a:rPr lang="es-AR" dirty="0"/>
              <a:t>  &lt;link </a:t>
            </a:r>
            <a:r>
              <a:rPr lang="es-AR" dirty="0" err="1"/>
              <a:t>href</a:t>
            </a:r>
            <a:r>
              <a:rPr lang="es-AR" dirty="0"/>
              <a:t>="https://cdn.jsdelivr.net/npm/bootstrap@5.1.3/dist/css/bootstrap.min.css" </a:t>
            </a:r>
            <a:r>
              <a:rPr lang="es-AR" dirty="0" err="1"/>
              <a:t>rel</a:t>
            </a:r>
            <a:r>
              <a:rPr lang="es-AR" dirty="0"/>
              <a:t>="</a:t>
            </a:r>
            <a:r>
              <a:rPr lang="es-AR" dirty="0" err="1"/>
              <a:t>stylesheet</a:t>
            </a:r>
            <a:r>
              <a:rPr lang="es-AR" dirty="0"/>
              <a:t>" </a:t>
            </a:r>
            <a:r>
              <a:rPr lang="es-AR" dirty="0" err="1"/>
              <a:t>integrity</a:t>
            </a:r>
            <a:r>
              <a:rPr lang="es-AR" dirty="0"/>
              <a:t>="sha384-1BmE4kWBq78iYhFldvKuhfTAU6auU8tT94WrHftjDbrCEXSU1oBoqyl2QvZ6jIW3" </a:t>
            </a:r>
            <a:r>
              <a:rPr lang="es-AR" dirty="0" err="1"/>
              <a:t>crossorigin</a:t>
            </a:r>
            <a:r>
              <a:rPr lang="es-AR" dirty="0"/>
              <a:t>="</a:t>
            </a:r>
            <a:r>
              <a:rPr lang="es-AR" dirty="0" err="1"/>
              <a:t>anonymous</a:t>
            </a:r>
            <a:r>
              <a:rPr lang="es-AR" dirty="0"/>
              <a:t>"&gt;</a:t>
            </a:r>
          </a:p>
          <a:p>
            <a:r>
              <a:rPr lang="es-AR" dirty="0"/>
              <a:t>  &lt;!--Font </a:t>
            </a:r>
            <a:r>
              <a:rPr lang="es-AR" dirty="0" err="1"/>
              <a:t>awesome</a:t>
            </a:r>
            <a:r>
              <a:rPr lang="es-AR" dirty="0"/>
              <a:t>--&gt;</a:t>
            </a:r>
          </a:p>
          <a:p>
            <a:r>
              <a:rPr lang="es-AR" dirty="0"/>
              <a:t>  &lt;link </a:t>
            </a:r>
            <a:r>
              <a:rPr lang="es-AR" dirty="0" err="1"/>
              <a:t>rel</a:t>
            </a:r>
            <a:r>
              <a:rPr lang="es-AR" dirty="0"/>
              <a:t>="</a:t>
            </a:r>
            <a:r>
              <a:rPr lang="es-AR" dirty="0" err="1"/>
              <a:t>stylesheet</a:t>
            </a:r>
            <a:r>
              <a:rPr lang="es-AR" dirty="0"/>
              <a:t>" </a:t>
            </a:r>
            <a:r>
              <a:rPr lang="es-AR" dirty="0" err="1"/>
              <a:t>href</a:t>
            </a:r>
            <a:r>
              <a:rPr lang="es-AR" dirty="0"/>
              <a:t>="https://cdnjs.cloudflare.com/ajax/libs/font-awesome/6.1.1/css/all.min.css" </a:t>
            </a:r>
            <a:r>
              <a:rPr lang="es-AR" dirty="0" err="1"/>
              <a:t>integrity</a:t>
            </a:r>
            <a:r>
              <a:rPr lang="es-AR" dirty="0"/>
              <a:t>="sha512-KfkfwYDsLkIlwQp6LFnl8zNdLGxu9YAA1QvwINks4PhcElQSvqcyVLLD9aMhXd13uQjoXtEKNosOWaZqXgel0g==" </a:t>
            </a:r>
            <a:r>
              <a:rPr lang="es-AR" dirty="0" err="1"/>
              <a:t>crossorigin</a:t>
            </a:r>
            <a:r>
              <a:rPr lang="es-AR" dirty="0"/>
              <a:t>="</a:t>
            </a:r>
            <a:r>
              <a:rPr lang="es-AR" dirty="0" err="1"/>
              <a:t>anonymous</a:t>
            </a:r>
            <a:r>
              <a:rPr lang="es-AR" dirty="0"/>
              <a:t>" </a:t>
            </a:r>
            <a:r>
              <a:rPr lang="es-AR" dirty="0" err="1"/>
              <a:t>referrerpolicy</a:t>
            </a:r>
            <a:r>
              <a:rPr lang="es-AR" dirty="0"/>
              <a:t>="no-</a:t>
            </a:r>
            <a:r>
              <a:rPr lang="es-AR" dirty="0" err="1"/>
              <a:t>referrer</a:t>
            </a:r>
            <a:r>
              <a:rPr lang="es-AR" dirty="0"/>
              <a:t>" /&gt;</a:t>
            </a:r>
          </a:p>
          <a:p>
            <a:r>
              <a:rPr lang="es-AR" dirty="0"/>
              <a:t>&lt;/head&gt;</a:t>
            </a:r>
          </a:p>
          <a:p>
            <a:r>
              <a:rPr lang="es-AR" dirty="0" smtClean="0"/>
              <a:t>...</a:t>
            </a:r>
            <a:endParaRPr lang="es-AR" dirty="0"/>
          </a:p>
        </p:txBody>
      </p:sp>
    </p:spTree>
    <p:extLst>
      <p:ext uri="{BB962C8B-B14F-4D97-AF65-F5344CB8AC3E}">
        <p14:creationId xmlns:p14="http://schemas.microsoft.com/office/powerpoint/2010/main" val="72084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Instalando </a:t>
            </a:r>
            <a:r>
              <a:rPr lang="es-ES" sz="2400" b="1" dirty="0" err="1" smtClean="0">
                <a:latin typeface="Encode Sans" panose="020B0604020202020204"/>
                <a:ea typeface="Calibri" panose="020F0502020204030204" pitchFamily="34" charset="0"/>
              </a:rPr>
              <a:t>npm-toastr</a:t>
            </a:r>
            <a:r>
              <a:rPr lang="es-ES" sz="2400" b="1" dirty="0" smtClean="0">
                <a:latin typeface="Encode Sans" panose="020B0604020202020204"/>
                <a:ea typeface="Calibri" panose="020F0502020204030204" pitchFamily="34" charset="0"/>
              </a:rPr>
              <a:t> para personalizar notificaciones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Esta herramienta nos mejora la apariencia de las ventanas de notificaciones permitiéndonos modificar estilo, color, posición, tiempo de permanencia entre otras opciones.</a:t>
            </a:r>
          </a:p>
          <a:p>
            <a:pPr marL="285750" indent="-285750">
              <a:buFont typeface="Arial" pitchFamily="34" charset="0"/>
              <a:buChar char="•"/>
            </a:pPr>
            <a:endParaRPr lang="es-ES" dirty="0"/>
          </a:p>
          <a:p>
            <a:pPr marL="285750" indent="-285750">
              <a:buFont typeface="Arial" pitchFamily="34" charset="0"/>
              <a:buChar char="•"/>
            </a:pPr>
            <a:r>
              <a:rPr lang="es-ES" dirty="0" smtClean="0"/>
              <a:t>Accedemos a la siguiente </a:t>
            </a:r>
            <a:r>
              <a:rPr lang="es-ES" dirty="0" err="1" smtClean="0"/>
              <a:t>url</a:t>
            </a:r>
            <a:r>
              <a:rPr lang="es-ES" dirty="0"/>
              <a:t> </a:t>
            </a:r>
            <a:endParaRPr lang="es-ES" dirty="0" smtClean="0"/>
          </a:p>
          <a:p>
            <a:r>
              <a:rPr lang="es-ES" dirty="0"/>
              <a:t>	</a:t>
            </a:r>
            <a:endParaRPr lang="es-ES" dirty="0" smtClean="0"/>
          </a:p>
          <a:p>
            <a:r>
              <a:rPr lang="es-ES" dirty="0"/>
              <a:t>	</a:t>
            </a:r>
            <a:r>
              <a:rPr lang="es-ES" dirty="0" smtClean="0">
                <a:hlinkClick r:id="rId4"/>
              </a:rPr>
              <a:t>https</a:t>
            </a:r>
            <a:r>
              <a:rPr lang="es-ES" dirty="0">
                <a:hlinkClick r:id="rId4"/>
              </a:rPr>
              <a:t>://</a:t>
            </a:r>
            <a:r>
              <a:rPr lang="es-ES" dirty="0" smtClean="0">
                <a:hlinkClick r:id="rId4"/>
              </a:rPr>
              <a:t>www.npmjs.com/package/ngx-toastr</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Realizamos la correspondiente instalación mediante el siguiente comando que se deberá de ejecutar en la terminal de nuestro proyecto: </a:t>
            </a:r>
            <a:r>
              <a:rPr lang="es-AR" dirty="0" err="1"/>
              <a:t>npm</a:t>
            </a:r>
            <a:r>
              <a:rPr lang="es-AR" dirty="0"/>
              <a:t> i </a:t>
            </a:r>
            <a:r>
              <a:rPr lang="es-AR" dirty="0" err="1" smtClean="0"/>
              <a:t>ngx-toastr</a:t>
            </a:r>
            <a:endParaRPr lang="es-AR" dirty="0"/>
          </a:p>
          <a:p>
            <a:pPr marL="285750" indent="-285750">
              <a:buFont typeface="Arial" pitchFamily="34" charset="0"/>
              <a:buChar char="•"/>
            </a:pPr>
            <a:endParaRPr lang="es-ES" dirty="0" smtClean="0"/>
          </a:p>
          <a:p>
            <a:pPr marL="285750" indent="-285750">
              <a:buFont typeface="Arial" pitchFamily="34" charset="0"/>
              <a:buChar char="•"/>
            </a:pPr>
            <a:r>
              <a:rPr lang="es-ES" dirty="0" smtClean="0"/>
              <a:t>Posteriormente instalamos las animaciones con el siguiente comando: </a:t>
            </a:r>
            <a:r>
              <a:rPr lang="es-AR" dirty="0" err="1"/>
              <a:t>npm</a:t>
            </a:r>
            <a:r>
              <a:rPr lang="es-AR" dirty="0"/>
              <a:t> </a:t>
            </a:r>
            <a:r>
              <a:rPr lang="es-AR" dirty="0" err="1"/>
              <a:t>install</a:t>
            </a:r>
            <a:r>
              <a:rPr lang="es-AR" dirty="0"/>
              <a:t> @</a:t>
            </a:r>
            <a:r>
              <a:rPr lang="es-AR" dirty="0" smtClean="0"/>
              <a:t>angular/</a:t>
            </a:r>
            <a:r>
              <a:rPr lang="es-AR" dirty="0" err="1" smtClean="0"/>
              <a:t>animations</a:t>
            </a:r>
            <a:endParaRPr lang="es-AR"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p:txBody>
      </p:sp>
    </p:spTree>
    <p:extLst>
      <p:ext uri="{BB962C8B-B14F-4D97-AF65-F5344CB8AC3E}">
        <p14:creationId xmlns:p14="http://schemas.microsoft.com/office/powerpoint/2010/main" val="1796083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Actualizando archivo </a:t>
            </a:r>
            <a:r>
              <a:rPr lang="es-ES" sz="2400" b="1" dirty="0" err="1" smtClean="0">
                <a:latin typeface="Encode Sans" panose="020B0604020202020204"/>
                <a:ea typeface="Calibri" panose="020F0502020204030204" pitchFamily="34" charset="0"/>
              </a:rPr>
              <a:t>angular.json</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pPr marL="285750" indent="-285750">
              <a:buFont typeface="Arial" pitchFamily="34" charset="0"/>
              <a:buChar char="•"/>
            </a:pPr>
            <a:r>
              <a:rPr lang="es-ES" dirty="0" smtClean="0"/>
              <a:t>Se busca la línea de </a:t>
            </a:r>
            <a:r>
              <a:rPr lang="es-ES" dirty="0" err="1" smtClean="0"/>
              <a:t>styles</a:t>
            </a:r>
            <a:r>
              <a:rPr lang="es-ES" dirty="0" smtClean="0"/>
              <a:t> y se agrega la siguiente línea de código:</a:t>
            </a:r>
          </a:p>
          <a:p>
            <a:pPr marL="285750" indent="-285750">
              <a:buFont typeface="Arial" pitchFamily="34" charset="0"/>
              <a:buChar char="•"/>
            </a:pPr>
            <a:endParaRPr lang="es-ES" dirty="0"/>
          </a:p>
          <a:p>
            <a:r>
              <a:rPr lang="en-US" dirty="0" smtClean="0"/>
              <a:t>"styles</a:t>
            </a:r>
            <a:r>
              <a:rPr lang="en-US" dirty="0"/>
              <a:t>": [ </a:t>
            </a:r>
            <a:endParaRPr lang="en-US" dirty="0" smtClean="0"/>
          </a:p>
          <a:p>
            <a:r>
              <a:rPr lang="en-US" dirty="0"/>
              <a:t>	</a:t>
            </a:r>
            <a:r>
              <a:rPr lang="en-US" dirty="0" smtClean="0"/>
              <a:t>"</a:t>
            </a:r>
            <a:r>
              <a:rPr lang="en-US" dirty="0" err="1"/>
              <a:t>styles.scss</a:t>
            </a:r>
            <a:r>
              <a:rPr lang="en-US" dirty="0"/>
              <a:t>", </a:t>
            </a:r>
            <a:endParaRPr lang="en-US" dirty="0" smtClean="0"/>
          </a:p>
          <a:p>
            <a:r>
              <a:rPr lang="en-US" dirty="0"/>
              <a:t>	</a:t>
            </a:r>
            <a:r>
              <a:rPr lang="en-US" b="1" u="sng" dirty="0" smtClean="0"/>
              <a:t>"</a:t>
            </a:r>
            <a:r>
              <a:rPr lang="en-US" b="1" u="sng" dirty="0" err="1"/>
              <a:t>node_modules</a:t>
            </a:r>
            <a:r>
              <a:rPr lang="en-US" b="1" u="sng" dirty="0"/>
              <a:t>/</a:t>
            </a:r>
            <a:r>
              <a:rPr lang="en-US" b="1" u="sng" dirty="0" err="1"/>
              <a:t>ngx-toastr</a:t>
            </a:r>
            <a:r>
              <a:rPr lang="en-US" b="1" u="sng" dirty="0"/>
              <a:t>/toastr.css" // try adding '../' if you're using angular cli before 6 </a:t>
            </a:r>
            <a:endParaRPr lang="en-US" b="1" u="sng" dirty="0" smtClean="0"/>
          </a:p>
          <a:p>
            <a:r>
              <a:rPr lang="en-US" dirty="0"/>
              <a:t>	</a:t>
            </a:r>
            <a:r>
              <a:rPr lang="en-US" dirty="0" smtClean="0"/>
              <a:t>]</a:t>
            </a:r>
            <a:endParaRPr lang="es-ES" dirty="0"/>
          </a:p>
        </p:txBody>
      </p:sp>
    </p:spTree>
    <p:extLst>
      <p:ext uri="{BB962C8B-B14F-4D97-AF65-F5344CB8AC3E}">
        <p14:creationId xmlns:p14="http://schemas.microsoft.com/office/powerpoint/2010/main" val="749833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Actualizando archivo </a:t>
            </a:r>
            <a:r>
              <a:rPr lang="es-ES" sz="2400" b="1" dirty="0" err="1" smtClean="0">
                <a:latin typeface="Encode Sans" panose="020B0604020202020204"/>
                <a:ea typeface="Calibri" panose="020F0502020204030204" pitchFamily="34" charset="0"/>
              </a:rPr>
              <a:t>app.module.ts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Se busca dicho archivo y se lo actualiza a las siguientes </a:t>
            </a:r>
            <a:r>
              <a:rPr lang="es-ES" dirty="0" err="1" smtClean="0"/>
              <a:t>lineas</a:t>
            </a:r>
            <a:r>
              <a:rPr lang="es-ES" dirty="0" smtClean="0"/>
              <a:t>:</a:t>
            </a:r>
          </a:p>
          <a:p>
            <a:pPr marL="285750" indent="-285750">
              <a:buFont typeface="Arial" pitchFamily="34" charset="0"/>
              <a:buChar char="•"/>
            </a:pPr>
            <a:endParaRPr lang="es-ES" dirty="0" smtClean="0"/>
          </a:p>
          <a:p>
            <a:r>
              <a:rPr lang="es-AR" dirty="0" err="1"/>
              <a:t>import</a:t>
            </a:r>
            <a:r>
              <a:rPr lang="es-AR" dirty="0"/>
              <a:t> { </a:t>
            </a:r>
            <a:r>
              <a:rPr lang="es-AR" dirty="0" err="1"/>
              <a:t>CommonModule</a:t>
            </a:r>
            <a:r>
              <a:rPr lang="es-AR" dirty="0"/>
              <a:t> } </a:t>
            </a:r>
            <a:r>
              <a:rPr lang="es-AR" dirty="0" err="1"/>
              <a:t>from</a:t>
            </a:r>
            <a:r>
              <a:rPr lang="es-AR" dirty="0"/>
              <a:t> '@angular/</a:t>
            </a:r>
            <a:r>
              <a:rPr lang="es-AR" dirty="0" err="1"/>
              <a:t>common</a:t>
            </a:r>
            <a:r>
              <a:rPr lang="es-AR" dirty="0"/>
              <a:t>'; </a:t>
            </a:r>
            <a:endParaRPr lang="es-AR" dirty="0" smtClean="0"/>
          </a:p>
          <a:p>
            <a:r>
              <a:rPr lang="es-AR" dirty="0" err="1" smtClean="0"/>
              <a:t>import</a:t>
            </a:r>
            <a:r>
              <a:rPr lang="es-AR" dirty="0" smtClean="0"/>
              <a:t> </a:t>
            </a:r>
            <a:r>
              <a:rPr lang="es-AR" dirty="0"/>
              <a:t>{ </a:t>
            </a:r>
            <a:r>
              <a:rPr lang="es-AR" dirty="0" err="1"/>
              <a:t>BrowserAnimationsModule</a:t>
            </a:r>
            <a:r>
              <a:rPr lang="es-AR" dirty="0"/>
              <a:t> } </a:t>
            </a:r>
            <a:r>
              <a:rPr lang="es-AR" dirty="0" err="1"/>
              <a:t>from</a:t>
            </a:r>
            <a:r>
              <a:rPr lang="es-AR" dirty="0"/>
              <a:t> '@angular/</a:t>
            </a:r>
            <a:r>
              <a:rPr lang="es-AR" dirty="0" err="1"/>
              <a:t>platform</a:t>
            </a:r>
            <a:r>
              <a:rPr lang="es-AR" dirty="0"/>
              <a:t>-browser/</a:t>
            </a:r>
            <a:r>
              <a:rPr lang="es-AR" dirty="0" err="1"/>
              <a:t>animations</a:t>
            </a:r>
            <a:r>
              <a:rPr lang="es-AR" dirty="0"/>
              <a:t>'; </a:t>
            </a:r>
            <a:endParaRPr lang="es-AR" dirty="0" smtClean="0"/>
          </a:p>
          <a:p>
            <a:r>
              <a:rPr lang="es-AR" dirty="0" err="1" smtClean="0"/>
              <a:t>import</a:t>
            </a:r>
            <a:r>
              <a:rPr lang="es-AR" dirty="0" smtClean="0"/>
              <a:t> </a:t>
            </a:r>
            <a:r>
              <a:rPr lang="es-AR" dirty="0"/>
              <a:t>{ </a:t>
            </a:r>
            <a:r>
              <a:rPr lang="es-AR" dirty="0" err="1"/>
              <a:t>ToastrModule</a:t>
            </a:r>
            <a:r>
              <a:rPr lang="es-AR" dirty="0"/>
              <a:t> } </a:t>
            </a:r>
            <a:r>
              <a:rPr lang="es-AR" dirty="0" err="1"/>
              <a:t>from</a:t>
            </a:r>
            <a:r>
              <a:rPr lang="es-AR" dirty="0"/>
              <a:t> '</a:t>
            </a:r>
            <a:r>
              <a:rPr lang="es-AR" dirty="0" err="1"/>
              <a:t>ngx-toastr</a:t>
            </a:r>
            <a:r>
              <a:rPr lang="es-AR" dirty="0" smtClean="0"/>
              <a:t>';</a:t>
            </a:r>
          </a:p>
          <a:p>
            <a:pPr marL="285750" indent="-285750">
              <a:buFont typeface="Arial" pitchFamily="34" charset="0"/>
              <a:buChar char="•"/>
            </a:pPr>
            <a:endParaRPr lang="es-ES" dirty="0" smtClean="0"/>
          </a:p>
          <a:p>
            <a:r>
              <a:rPr lang="es-AR" dirty="0"/>
              <a:t>@</a:t>
            </a:r>
            <a:r>
              <a:rPr lang="es-AR" dirty="0" err="1"/>
              <a:t>NgModule</a:t>
            </a:r>
            <a:r>
              <a:rPr lang="es-AR" dirty="0"/>
              <a:t>({ </a:t>
            </a:r>
            <a:r>
              <a:rPr lang="es-AR" dirty="0" err="1"/>
              <a:t>imports</a:t>
            </a:r>
            <a:r>
              <a:rPr lang="es-AR" dirty="0"/>
              <a:t>: </a:t>
            </a:r>
            <a:endParaRPr lang="es-AR" dirty="0" smtClean="0"/>
          </a:p>
          <a:p>
            <a:r>
              <a:rPr lang="es-AR" dirty="0" smtClean="0"/>
              <a:t>[ </a:t>
            </a:r>
          </a:p>
          <a:p>
            <a:r>
              <a:rPr lang="es-AR" dirty="0"/>
              <a:t>	</a:t>
            </a:r>
            <a:r>
              <a:rPr lang="es-AR" dirty="0" err="1" smtClean="0"/>
              <a:t>CommonModule</a:t>
            </a:r>
            <a:r>
              <a:rPr lang="es-AR" dirty="0"/>
              <a:t>, </a:t>
            </a:r>
            <a:endParaRPr lang="es-AR" dirty="0" smtClean="0"/>
          </a:p>
          <a:p>
            <a:r>
              <a:rPr lang="es-AR" dirty="0"/>
              <a:t>	</a:t>
            </a:r>
            <a:r>
              <a:rPr lang="es-AR" dirty="0" err="1" smtClean="0"/>
              <a:t>BrowserAnimationsModule</a:t>
            </a:r>
            <a:r>
              <a:rPr lang="es-AR" dirty="0"/>
              <a:t>, // </a:t>
            </a:r>
            <a:r>
              <a:rPr lang="es-AR" dirty="0" err="1"/>
              <a:t>required</a:t>
            </a:r>
            <a:r>
              <a:rPr lang="es-AR" dirty="0"/>
              <a:t> </a:t>
            </a:r>
            <a:r>
              <a:rPr lang="es-AR" dirty="0" err="1"/>
              <a:t>animations</a:t>
            </a:r>
            <a:r>
              <a:rPr lang="es-AR" dirty="0"/>
              <a:t> module </a:t>
            </a:r>
            <a:endParaRPr lang="es-AR" dirty="0" smtClean="0"/>
          </a:p>
          <a:p>
            <a:r>
              <a:rPr lang="es-AR" dirty="0"/>
              <a:t>	</a:t>
            </a:r>
            <a:r>
              <a:rPr lang="es-AR" dirty="0" err="1" smtClean="0"/>
              <a:t>ToastrModule.forRoot</a:t>
            </a:r>
            <a:r>
              <a:rPr lang="es-AR" dirty="0"/>
              <a:t>(), // </a:t>
            </a:r>
            <a:r>
              <a:rPr lang="es-AR" dirty="0" err="1"/>
              <a:t>ToastrModule</a:t>
            </a:r>
            <a:r>
              <a:rPr lang="es-AR" dirty="0"/>
              <a:t> </a:t>
            </a:r>
            <a:r>
              <a:rPr lang="es-AR" dirty="0" err="1"/>
              <a:t>added</a:t>
            </a:r>
            <a:r>
              <a:rPr lang="es-AR" dirty="0"/>
              <a:t> </a:t>
            </a:r>
            <a:endParaRPr lang="es-AR" dirty="0" smtClean="0"/>
          </a:p>
          <a:p>
            <a:r>
              <a:rPr lang="es-AR" dirty="0" smtClean="0"/>
              <a:t>], </a:t>
            </a:r>
          </a:p>
          <a:p>
            <a:r>
              <a:rPr lang="es-AR" dirty="0" err="1" smtClean="0"/>
              <a:t>bootstrap</a:t>
            </a:r>
            <a:r>
              <a:rPr lang="es-AR" dirty="0"/>
              <a:t>: [App], </a:t>
            </a:r>
            <a:endParaRPr lang="es-AR" dirty="0" smtClean="0"/>
          </a:p>
          <a:p>
            <a:r>
              <a:rPr lang="es-AR" dirty="0" err="1" smtClean="0"/>
              <a:t>declarations</a:t>
            </a:r>
            <a:r>
              <a:rPr lang="es-AR" dirty="0"/>
              <a:t>: [App], </a:t>
            </a:r>
            <a:r>
              <a:rPr lang="es-AR" dirty="0" smtClean="0"/>
              <a:t>})</a:t>
            </a:r>
            <a:endParaRPr lang="es-ES" dirty="0"/>
          </a:p>
        </p:txBody>
      </p:sp>
    </p:spTree>
    <p:extLst>
      <p:ext uri="{BB962C8B-B14F-4D97-AF65-F5344CB8AC3E}">
        <p14:creationId xmlns:p14="http://schemas.microsoft.com/office/powerpoint/2010/main" val="3952721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Actualizando archivo </a:t>
            </a:r>
            <a:r>
              <a:rPr lang="es-ES" sz="2400" b="1" dirty="0" err="1" smtClean="0">
                <a:latin typeface="Encode Sans" panose="020B0604020202020204"/>
                <a:ea typeface="Calibri" panose="020F0502020204030204" pitchFamily="34" charset="0"/>
              </a:rPr>
              <a:t>app.module.ts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Se busca dicho archivo y se lo actualiza a las siguientes </a:t>
            </a:r>
            <a:r>
              <a:rPr lang="es-ES" dirty="0" err="1" smtClean="0"/>
              <a:t>lineas</a:t>
            </a:r>
            <a:r>
              <a:rPr lang="es-ES" dirty="0" smtClean="0"/>
              <a:t>:</a:t>
            </a:r>
          </a:p>
          <a:p>
            <a:pPr marL="285750" indent="-285750">
              <a:buFont typeface="Arial" pitchFamily="34" charset="0"/>
              <a:buChar char="•"/>
            </a:pPr>
            <a:endParaRPr lang="es-ES" dirty="0" smtClean="0"/>
          </a:p>
          <a:p>
            <a:r>
              <a:rPr lang="es-AR" dirty="0" err="1"/>
              <a:t>import</a:t>
            </a:r>
            <a:r>
              <a:rPr lang="es-AR" dirty="0"/>
              <a:t> { </a:t>
            </a:r>
            <a:r>
              <a:rPr lang="es-AR" dirty="0" err="1"/>
              <a:t>CommonModule</a:t>
            </a:r>
            <a:r>
              <a:rPr lang="es-AR" dirty="0"/>
              <a:t> } </a:t>
            </a:r>
            <a:r>
              <a:rPr lang="es-AR" dirty="0" err="1"/>
              <a:t>from</a:t>
            </a:r>
            <a:r>
              <a:rPr lang="es-AR" dirty="0"/>
              <a:t> '@angular/</a:t>
            </a:r>
            <a:r>
              <a:rPr lang="es-AR" dirty="0" err="1"/>
              <a:t>common</a:t>
            </a:r>
            <a:r>
              <a:rPr lang="es-AR" dirty="0"/>
              <a:t>'; </a:t>
            </a:r>
            <a:endParaRPr lang="es-AR" dirty="0" smtClean="0"/>
          </a:p>
          <a:p>
            <a:r>
              <a:rPr lang="es-AR" dirty="0" err="1" smtClean="0"/>
              <a:t>import</a:t>
            </a:r>
            <a:r>
              <a:rPr lang="es-AR" dirty="0" smtClean="0"/>
              <a:t> </a:t>
            </a:r>
            <a:r>
              <a:rPr lang="es-AR" dirty="0"/>
              <a:t>{ </a:t>
            </a:r>
            <a:r>
              <a:rPr lang="es-AR" dirty="0" err="1"/>
              <a:t>BrowserAnimationsModule</a:t>
            </a:r>
            <a:r>
              <a:rPr lang="es-AR" dirty="0"/>
              <a:t> } </a:t>
            </a:r>
            <a:r>
              <a:rPr lang="es-AR" dirty="0" err="1"/>
              <a:t>from</a:t>
            </a:r>
            <a:r>
              <a:rPr lang="es-AR" dirty="0"/>
              <a:t> '@angular/</a:t>
            </a:r>
            <a:r>
              <a:rPr lang="es-AR" dirty="0" err="1"/>
              <a:t>platform</a:t>
            </a:r>
            <a:r>
              <a:rPr lang="es-AR" dirty="0"/>
              <a:t>-browser/</a:t>
            </a:r>
            <a:r>
              <a:rPr lang="es-AR" dirty="0" err="1"/>
              <a:t>animations</a:t>
            </a:r>
            <a:r>
              <a:rPr lang="es-AR" dirty="0"/>
              <a:t>'; </a:t>
            </a:r>
            <a:endParaRPr lang="es-AR" dirty="0" smtClean="0"/>
          </a:p>
          <a:p>
            <a:r>
              <a:rPr lang="es-AR" dirty="0" err="1" smtClean="0"/>
              <a:t>import</a:t>
            </a:r>
            <a:r>
              <a:rPr lang="es-AR" dirty="0" smtClean="0"/>
              <a:t> </a:t>
            </a:r>
            <a:r>
              <a:rPr lang="es-AR" dirty="0"/>
              <a:t>{ </a:t>
            </a:r>
            <a:r>
              <a:rPr lang="es-AR" dirty="0" err="1"/>
              <a:t>ToastrModule</a:t>
            </a:r>
            <a:r>
              <a:rPr lang="es-AR" dirty="0"/>
              <a:t> } </a:t>
            </a:r>
            <a:r>
              <a:rPr lang="es-AR" dirty="0" err="1"/>
              <a:t>from</a:t>
            </a:r>
            <a:r>
              <a:rPr lang="es-AR" dirty="0"/>
              <a:t> '</a:t>
            </a:r>
            <a:r>
              <a:rPr lang="es-AR" dirty="0" err="1"/>
              <a:t>ngx-toastr</a:t>
            </a:r>
            <a:r>
              <a:rPr lang="es-AR" dirty="0" smtClean="0"/>
              <a:t>';</a:t>
            </a:r>
          </a:p>
          <a:p>
            <a:pPr marL="285750" indent="-285750">
              <a:buFont typeface="Arial" pitchFamily="34" charset="0"/>
              <a:buChar char="•"/>
            </a:pPr>
            <a:endParaRPr lang="es-ES" dirty="0" smtClean="0"/>
          </a:p>
          <a:p>
            <a:r>
              <a:rPr lang="es-AR" dirty="0"/>
              <a:t>@</a:t>
            </a:r>
            <a:r>
              <a:rPr lang="es-AR" dirty="0" err="1"/>
              <a:t>NgModule</a:t>
            </a:r>
            <a:r>
              <a:rPr lang="es-AR" dirty="0"/>
              <a:t>({ </a:t>
            </a:r>
            <a:r>
              <a:rPr lang="es-AR" dirty="0" err="1"/>
              <a:t>imports</a:t>
            </a:r>
            <a:r>
              <a:rPr lang="es-AR" dirty="0"/>
              <a:t>: </a:t>
            </a:r>
            <a:endParaRPr lang="es-AR" dirty="0" smtClean="0"/>
          </a:p>
          <a:p>
            <a:r>
              <a:rPr lang="es-AR" dirty="0" smtClean="0"/>
              <a:t>[ </a:t>
            </a:r>
          </a:p>
          <a:p>
            <a:r>
              <a:rPr lang="es-AR" dirty="0"/>
              <a:t>	</a:t>
            </a:r>
            <a:r>
              <a:rPr lang="es-AR" dirty="0" err="1" smtClean="0"/>
              <a:t>CommonModule</a:t>
            </a:r>
            <a:r>
              <a:rPr lang="es-AR" dirty="0"/>
              <a:t>, </a:t>
            </a:r>
            <a:endParaRPr lang="es-AR" dirty="0" smtClean="0"/>
          </a:p>
          <a:p>
            <a:r>
              <a:rPr lang="es-AR" dirty="0"/>
              <a:t>	</a:t>
            </a:r>
            <a:r>
              <a:rPr lang="es-AR" dirty="0" err="1" smtClean="0"/>
              <a:t>BrowserAnimationsModule</a:t>
            </a:r>
            <a:r>
              <a:rPr lang="es-AR" dirty="0"/>
              <a:t>, // </a:t>
            </a:r>
            <a:r>
              <a:rPr lang="es-AR" dirty="0" err="1"/>
              <a:t>required</a:t>
            </a:r>
            <a:r>
              <a:rPr lang="es-AR" dirty="0"/>
              <a:t> </a:t>
            </a:r>
            <a:r>
              <a:rPr lang="es-AR" dirty="0" err="1"/>
              <a:t>animations</a:t>
            </a:r>
            <a:r>
              <a:rPr lang="es-AR" dirty="0"/>
              <a:t> module </a:t>
            </a:r>
            <a:endParaRPr lang="es-AR" dirty="0" smtClean="0"/>
          </a:p>
          <a:p>
            <a:r>
              <a:rPr lang="es-AR" dirty="0"/>
              <a:t>	</a:t>
            </a:r>
            <a:r>
              <a:rPr lang="es-AR" dirty="0" err="1" smtClean="0"/>
              <a:t>ToastrModule.forRoot</a:t>
            </a:r>
            <a:r>
              <a:rPr lang="es-AR" dirty="0"/>
              <a:t>(), // </a:t>
            </a:r>
            <a:r>
              <a:rPr lang="es-AR" dirty="0" err="1"/>
              <a:t>ToastrModule</a:t>
            </a:r>
            <a:r>
              <a:rPr lang="es-AR" dirty="0"/>
              <a:t> </a:t>
            </a:r>
            <a:r>
              <a:rPr lang="es-AR" dirty="0" err="1"/>
              <a:t>added</a:t>
            </a:r>
            <a:r>
              <a:rPr lang="es-AR" dirty="0"/>
              <a:t> </a:t>
            </a:r>
            <a:endParaRPr lang="es-AR" dirty="0" smtClean="0"/>
          </a:p>
          <a:p>
            <a:r>
              <a:rPr lang="es-AR" dirty="0" smtClean="0"/>
              <a:t>], </a:t>
            </a:r>
          </a:p>
          <a:p>
            <a:r>
              <a:rPr lang="es-AR" dirty="0" err="1" smtClean="0"/>
              <a:t>bootstrap</a:t>
            </a:r>
            <a:r>
              <a:rPr lang="es-AR" dirty="0"/>
              <a:t>: [App], </a:t>
            </a:r>
            <a:endParaRPr lang="es-AR" dirty="0" smtClean="0"/>
          </a:p>
          <a:p>
            <a:r>
              <a:rPr lang="es-AR" dirty="0" err="1" smtClean="0"/>
              <a:t>declarations</a:t>
            </a:r>
            <a:r>
              <a:rPr lang="es-AR" dirty="0"/>
              <a:t>: [App], </a:t>
            </a:r>
            <a:r>
              <a:rPr lang="es-AR" dirty="0" smtClean="0"/>
              <a:t>})</a:t>
            </a:r>
            <a:endParaRPr lang="es-ES" dirty="0"/>
          </a:p>
        </p:txBody>
      </p:sp>
    </p:spTree>
    <p:extLst>
      <p:ext uri="{BB962C8B-B14F-4D97-AF65-F5344CB8AC3E}">
        <p14:creationId xmlns:p14="http://schemas.microsoft.com/office/powerpoint/2010/main" val="3349977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Generando los controladores para todo nuestro ABM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5508461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Generando componentes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A continuación ejecutamos las siguientes líneas de comando que nos permitirá generar los respectivos componentes y clases para todo nuestro CRUD:</a:t>
            </a:r>
          </a:p>
          <a:p>
            <a:pPr marL="285750" indent="-285750">
              <a:buFont typeface="Arial" pitchFamily="34" charset="0"/>
              <a:buChar char="•"/>
            </a:pPr>
            <a:endParaRPr lang="es-ES" dirty="0"/>
          </a:p>
          <a:p>
            <a:pPr marL="285750" indent="-285750">
              <a:buFont typeface="Arial" pitchFamily="34" charset="0"/>
              <a:buChar char="•"/>
            </a:pPr>
            <a:r>
              <a:rPr lang="es-ES" dirty="0" smtClean="0"/>
              <a:t>Clase usuarios dentro de una carpeta </a:t>
            </a:r>
            <a:r>
              <a:rPr lang="es-ES" dirty="0" err="1" smtClean="0"/>
              <a:t>models</a:t>
            </a:r>
            <a:r>
              <a:rPr lang="es-ES" dirty="0" smtClean="0"/>
              <a:t>: «</a:t>
            </a:r>
            <a:r>
              <a:rPr lang="es-ES" dirty="0" err="1" smtClean="0"/>
              <a:t>ng</a:t>
            </a:r>
            <a:r>
              <a:rPr lang="es-ES" dirty="0" smtClean="0"/>
              <a:t> g </a:t>
            </a:r>
            <a:r>
              <a:rPr lang="es-ES" dirty="0" err="1" smtClean="0"/>
              <a:t>class</a:t>
            </a:r>
            <a:r>
              <a:rPr lang="es-ES" dirty="0" smtClean="0"/>
              <a:t> </a:t>
            </a:r>
            <a:r>
              <a:rPr lang="es-ES" dirty="0" err="1" smtClean="0"/>
              <a:t>models</a:t>
            </a:r>
            <a:r>
              <a:rPr lang="es-ES" dirty="0" smtClean="0"/>
              <a:t>/usuarios  -- </a:t>
            </a:r>
            <a:r>
              <a:rPr lang="es-ES" dirty="0" err="1" smtClean="0"/>
              <a:t>skip-tests</a:t>
            </a:r>
            <a:r>
              <a:rPr lang="es-ES" dirty="0" smtClean="0"/>
              <a:t>»</a:t>
            </a:r>
          </a:p>
          <a:p>
            <a:pPr marL="285750" indent="-285750">
              <a:buFont typeface="Arial" pitchFamily="34" charset="0"/>
              <a:buChar char="•"/>
            </a:pPr>
            <a:endParaRPr lang="es-ES" dirty="0" smtClean="0"/>
          </a:p>
          <a:p>
            <a:pPr marL="285750" indent="-285750">
              <a:buFont typeface="Arial" pitchFamily="34" charset="0"/>
              <a:buChar char="•"/>
            </a:pPr>
            <a:r>
              <a:rPr lang="es-ES" dirty="0" smtClean="0"/>
              <a:t>Dentro de una carpeta llamada usuarios generamos los siguientes componentes </a:t>
            </a:r>
          </a:p>
          <a:p>
            <a:pPr marL="742950" lvl="1" indent="-285750">
              <a:buFont typeface="Arial" pitchFamily="34" charset="0"/>
              <a:buChar char="•"/>
            </a:pPr>
            <a:endParaRPr lang="es-ES" dirty="0" smtClean="0"/>
          </a:p>
          <a:p>
            <a:pPr marL="742950" lvl="1" indent="-285750">
              <a:buFont typeface="Arial" pitchFamily="34" charset="0"/>
              <a:buChar char="•"/>
            </a:pPr>
            <a:r>
              <a:rPr lang="es-ES" dirty="0" smtClean="0"/>
              <a:t>Listar usuarios: «</a:t>
            </a:r>
            <a:r>
              <a:rPr lang="es-ES" dirty="0" err="1" smtClean="0"/>
              <a:t>ng</a:t>
            </a:r>
            <a:r>
              <a:rPr lang="es-ES" dirty="0" smtClean="0"/>
              <a:t> g c usuarios/listar-usuarios -- </a:t>
            </a:r>
            <a:r>
              <a:rPr lang="es-ES" dirty="0" err="1" smtClean="0"/>
              <a:t>skip-tests</a:t>
            </a:r>
            <a:r>
              <a:rPr lang="es-ES" dirty="0" smtClean="0"/>
              <a:t> --flat»</a:t>
            </a:r>
          </a:p>
          <a:p>
            <a:pPr marL="742950" lvl="1" indent="-285750">
              <a:buFont typeface="Arial" pitchFamily="34" charset="0"/>
              <a:buChar char="•"/>
            </a:pPr>
            <a:endParaRPr lang="es-ES" dirty="0" smtClean="0"/>
          </a:p>
          <a:p>
            <a:pPr marL="742950" lvl="1" indent="-285750">
              <a:buFont typeface="Arial" pitchFamily="34" charset="0"/>
              <a:buChar char="•"/>
            </a:pPr>
            <a:r>
              <a:rPr lang="es-ES" dirty="0" smtClean="0"/>
              <a:t>Detalle de usuario seleccionado: </a:t>
            </a:r>
            <a:r>
              <a:rPr lang="es-ES" dirty="0"/>
              <a:t>«</a:t>
            </a:r>
            <a:r>
              <a:rPr lang="es-ES" dirty="0" err="1"/>
              <a:t>ng</a:t>
            </a:r>
            <a:r>
              <a:rPr lang="es-ES" dirty="0"/>
              <a:t> g c </a:t>
            </a:r>
            <a:r>
              <a:rPr lang="es-ES" dirty="0" smtClean="0"/>
              <a:t>usuarios/detalle-usuario  -- </a:t>
            </a:r>
            <a:r>
              <a:rPr lang="es-ES" dirty="0" err="1" smtClean="0"/>
              <a:t>skip-tests</a:t>
            </a:r>
            <a:r>
              <a:rPr lang="es-ES" dirty="0" smtClean="0"/>
              <a:t> </a:t>
            </a:r>
            <a:r>
              <a:rPr lang="es-ES" dirty="0"/>
              <a:t>--flat»</a:t>
            </a:r>
          </a:p>
          <a:p>
            <a:pPr marL="742950" lvl="1" indent="-285750">
              <a:buFont typeface="Arial" pitchFamily="34" charset="0"/>
              <a:buChar char="•"/>
            </a:pPr>
            <a:endParaRPr lang="es-ES" dirty="0" smtClean="0"/>
          </a:p>
          <a:p>
            <a:pPr marL="742950" lvl="1" indent="-285750">
              <a:buFont typeface="Arial" pitchFamily="34" charset="0"/>
              <a:buChar char="•"/>
            </a:pPr>
            <a:r>
              <a:rPr lang="es-ES" dirty="0" smtClean="0"/>
              <a:t>Crear un usuario: </a:t>
            </a:r>
            <a:r>
              <a:rPr lang="es-ES" dirty="0"/>
              <a:t>«</a:t>
            </a:r>
            <a:r>
              <a:rPr lang="es-ES" dirty="0" err="1"/>
              <a:t>ng</a:t>
            </a:r>
            <a:r>
              <a:rPr lang="es-ES" dirty="0"/>
              <a:t> g c </a:t>
            </a:r>
            <a:r>
              <a:rPr lang="es-ES" dirty="0" smtClean="0"/>
              <a:t>usuarios/nuevo-usuario  -- </a:t>
            </a:r>
            <a:r>
              <a:rPr lang="es-ES" dirty="0" err="1" smtClean="0"/>
              <a:t>skip-tests</a:t>
            </a:r>
            <a:r>
              <a:rPr lang="es-ES" dirty="0" smtClean="0"/>
              <a:t> </a:t>
            </a:r>
            <a:r>
              <a:rPr lang="es-ES" dirty="0"/>
              <a:t>--flat»</a:t>
            </a:r>
          </a:p>
          <a:p>
            <a:pPr marL="742950" lvl="1" indent="-285750">
              <a:buFont typeface="Arial" pitchFamily="34" charset="0"/>
              <a:buChar char="•"/>
            </a:pPr>
            <a:endParaRPr lang="es-ES" dirty="0" smtClean="0"/>
          </a:p>
          <a:p>
            <a:pPr marL="742950" lvl="1" indent="-285750">
              <a:buFont typeface="Arial" pitchFamily="34" charset="0"/>
              <a:buChar char="•"/>
            </a:pPr>
            <a:r>
              <a:rPr lang="es-ES" dirty="0" smtClean="0"/>
              <a:t>Modifica un usuario: </a:t>
            </a:r>
            <a:r>
              <a:rPr lang="es-ES" dirty="0"/>
              <a:t>«</a:t>
            </a:r>
            <a:r>
              <a:rPr lang="es-ES" dirty="0" err="1"/>
              <a:t>ng</a:t>
            </a:r>
            <a:r>
              <a:rPr lang="es-ES" dirty="0"/>
              <a:t> g c </a:t>
            </a:r>
            <a:r>
              <a:rPr lang="es-ES" dirty="0" smtClean="0"/>
              <a:t>usuarios/editar-usuario  -- </a:t>
            </a:r>
            <a:r>
              <a:rPr lang="es-ES" dirty="0" err="1" smtClean="0"/>
              <a:t>skip-tests</a:t>
            </a:r>
            <a:r>
              <a:rPr lang="es-ES" dirty="0" smtClean="0"/>
              <a:t> </a:t>
            </a:r>
            <a:r>
              <a:rPr lang="es-ES" dirty="0"/>
              <a:t>--flat</a:t>
            </a:r>
            <a:r>
              <a:rPr lang="es-ES" dirty="0" smtClean="0"/>
              <a:t>»</a:t>
            </a:r>
            <a:endParaRPr lang="es-ES" dirty="0"/>
          </a:p>
        </p:txBody>
      </p:sp>
    </p:spTree>
    <p:extLst>
      <p:ext uri="{BB962C8B-B14F-4D97-AF65-F5344CB8AC3E}">
        <p14:creationId xmlns:p14="http://schemas.microsoft.com/office/powerpoint/2010/main" val="4278148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Generando un servicio</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smtClean="0"/>
              <a:t>Generamos ahora nuestro servicio de usuario con el siguiente comando: </a:t>
            </a:r>
          </a:p>
          <a:p>
            <a:pPr lvl="1"/>
            <a:r>
              <a:rPr lang="es-ES" dirty="0" smtClean="0"/>
              <a:t>«</a:t>
            </a:r>
            <a:r>
              <a:rPr lang="es-ES" dirty="0" err="1" smtClean="0"/>
              <a:t>ng</a:t>
            </a:r>
            <a:r>
              <a:rPr lang="es-ES" dirty="0" smtClean="0"/>
              <a:t> g s </a:t>
            </a:r>
            <a:r>
              <a:rPr lang="es-ES" dirty="0" err="1" smtClean="0"/>
              <a:t>service</a:t>
            </a:r>
            <a:r>
              <a:rPr lang="es-ES" dirty="0" smtClean="0"/>
              <a:t>/usuario  -- </a:t>
            </a:r>
            <a:r>
              <a:rPr lang="es-ES" dirty="0" err="1" smtClean="0"/>
              <a:t>skip-tests</a:t>
            </a:r>
            <a:r>
              <a:rPr lang="es-ES" dirty="0" smtClean="0"/>
              <a:t> --flat».</a:t>
            </a:r>
            <a:endParaRPr lang="es-ES" dirty="0"/>
          </a:p>
        </p:txBody>
      </p:sp>
    </p:spTree>
    <p:extLst>
      <p:ext uri="{BB962C8B-B14F-4D97-AF65-F5344CB8AC3E}">
        <p14:creationId xmlns:p14="http://schemas.microsoft.com/office/powerpoint/2010/main" val="428541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Programando clase usuario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7763805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usuario</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Dentro de nuestra clase usuario que esta dentro de la carpeta </a:t>
            </a:r>
            <a:r>
              <a:rPr lang="es-ES" dirty="0" err="1" smtClean="0"/>
              <a:t>models</a:t>
            </a:r>
            <a:r>
              <a:rPr lang="es-ES" dirty="0" smtClean="0"/>
              <a:t>. deberemos de pegar el siguiente código:</a:t>
            </a:r>
          </a:p>
          <a:p>
            <a:pPr marL="285750" indent="-285750">
              <a:buFont typeface="Arial" pitchFamily="34" charset="0"/>
              <a:buChar char="•"/>
            </a:pPr>
            <a:endParaRPr lang="es-ES" dirty="0"/>
          </a:p>
          <a:p>
            <a:r>
              <a:rPr lang="es-AR" dirty="0" err="1"/>
              <a:t>export</a:t>
            </a:r>
            <a:r>
              <a:rPr lang="es-AR" dirty="0"/>
              <a:t> </a:t>
            </a:r>
            <a:r>
              <a:rPr lang="es-AR" dirty="0" err="1"/>
              <a:t>class</a:t>
            </a:r>
            <a:r>
              <a:rPr lang="es-AR" dirty="0"/>
              <a:t> Usuario {</a:t>
            </a:r>
          </a:p>
          <a:p>
            <a:r>
              <a:rPr lang="es-AR" dirty="0"/>
              <a:t>    </a:t>
            </a:r>
            <a:r>
              <a:rPr lang="es-AR" dirty="0" err="1"/>
              <a:t>idusuario</a:t>
            </a:r>
            <a:r>
              <a:rPr lang="es-AR" dirty="0"/>
              <a:t>?: </a:t>
            </a:r>
            <a:r>
              <a:rPr lang="es-AR" dirty="0" err="1"/>
              <a:t>number</a:t>
            </a:r>
            <a:r>
              <a:rPr lang="es-AR" dirty="0"/>
              <a:t> = 0;</a:t>
            </a:r>
          </a:p>
          <a:p>
            <a:r>
              <a:rPr lang="es-AR" dirty="0"/>
              <a:t>    usuario: </a:t>
            </a:r>
            <a:r>
              <a:rPr lang="es-AR" dirty="0" err="1"/>
              <a:t>string</a:t>
            </a:r>
            <a:r>
              <a:rPr lang="es-AR" dirty="0"/>
              <a:t> = "";</a:t>
            </a:r>
          </a:p>
          <a:p>
            <a:r>
              <a:rPr lang="es-AR" dirty="0"/>
              <a:t>    </a:t>
            </a:r>
            <a:r>
              <a:rPr lang="es-AR" dirty="0" err="1"/>
              <a:t>password</a:t>
            </a:r>
            <a:r>
              <a:rPr lang="es-AR" dirty="0"/>
              <a:t>: </a:t>
            </a:r>
            <a:r>
              <a:rPr lang="es-AR" dirty="0" err="1"/>
              <a:t>string</a:t>
            </a:r>
            <a:r>
              <a:rPr lang="es-AR" dirty="0"/>
              <a:t> = "";</a:t>
            </a:r>
          </a:p>
          <a:p>
            <a:r>
              <a:rPr lang="es-AR" dirty="0"/>
              <a:t>    email: </a:t>
            </a:r>
            <a:r>
              <a:rPr lang="es-AR" dirty="0" err="1"/>
              <a:t>string</a:t>
            </a:r>
            <a:r>
              <a:rPr lang="es-AR" dirty="0"/>
              <a:t> = "";</a:t>
            </a:r>
          </a:p>
          <a:p>
            <a:r>
              <a:rPr lang="es-AR" dirty="0"/>
              <a:t/>
            </a:r>
            <a:br>
              <a:rPr lang="es-AR" dirty="0"/>
            </a:br>
            <a:r>
              <a:rPr lang="es-AR" dirty="0"/>
              <a:t>    </a:t>
            </a:r>
            <a:r>
              <a:rPr lang="es-AR" dirty="0" err="1"/>
              <a:t>public</a:t>
            </a:r>
            <a:r>
              <a:rPr lang="es-AR" dirty="0"/>
              <a:t> constructor(usuario: </a:t>
            </a:r>
            <a:r>
              <a:rPr lang="es-AR" dirty="0" err="1"/>
              <a:t>string</a:t>
            </a:r>
            <a:r>
              <a:rPr lang="es-AR" dirty="0"/>
              <a:t>, </a:t>
            </a:r>
            <a:r>
              <a:rPr lang="es-AR" dirty="0" err="1"/>
              <a:t>password</a:t>
            </a:r>
            <a:r>
              <a:rPr lang="es-AR" dirty="0"/>
              <a:t>: </a:t>
            </a:r>
            <a:r>
              <a:rPr lang="es-AR" dirty="0" err="1"/>
              <a:t>string</a:t>
            </a:r>
            <a:r>
              <a:rPr lang="es-AR" dirty="0"/>
              <a:t>, email: </a:t>
            </a:r>
            <a:r>
              <a:rPr lang="es-AR" dirty="0" err="1"/>
              <a:t>string</a:t>
            </a:r>
            <a:r>
              <a:rPr lang="es-AR" dirty="0"/>
              <a:t>){</a:t>
            </a:r>
          </a:p>
          <a:p>
            <a:r>
              <a:rPr lang="es-AR" dirty="0"/>
              <a:t>        </a:t>
            </a:r>
            <a:r>
              <a:rPr lang="es-AR" dirty="0" err="1"/>
              <a:t>this.usuario</a:t>
            </a:r>
            <a:r>
              <a:rPr lang="es-AR" dirty="0"/>
              <a:t>=usuario;</a:t>
            </a:r>
          </a:p>
          <a:p>
            <a:r>
              <a:rPr lang="es-AR" dirty="0"/>
              <a:t>        </a:t>
            </a:r>
            <a:r>
              <a:rPr lang="es-AR" dirty="0" err="1"/>
              <a:t>this.password</a:t>
            </a:r>
            <a:r>
              <a:rPr lang="es-AR" dirty="0"/>
              <a:t>=</a:t>
            </a:r>
            <a:r>
              <a:rPr lang="es-AR" dirty="0" err="1"/>
              <a:t>password</a:t>
            </a:r>
            <a:r>
              <a:rPr lang="es-AR" dirty="0"/>
              <a:t>;</a:t>
            </a:r>
          </a:p>
          <a:p>
            <a:r>
              <a:rPr lang="es-AR" dirty="0"/>
              <a:t>        </a:t>
            </a:r>
            <a:r>
              <a:rPr lang="es-AR" dirty="0" err="1"/>
              <a:t>this.email</a:t>
            </a:r>
            <a:r>
              <a:rPr lang="es-AR" dirty="0"/>
              <a:t>=email;</a:t>
            </a:r>
          </a:p>
          <a:p>
            <a:r>
              <a:rPr lang="es-AR" dirty="0"/>
              <a:t>    }</a:t>
            </a:r>
          </a:p>
          <a:p>
            <a:r>
              <a:rPr lang="es-AR" dirty="0" smtClean="0"/>
              <a:t>}</a:t>
            </a:r>
            <a:endParaRPr lang="es-AR" dirty="0"/>
          </a:p>
        </p:txBody>
      </p:sp>
    </p:spTree>
    <p:extLst>
      <p:ext uri="{BB962C8B-B14F-4D97-AF65-F5344CB8AC3E}">
        <p14:creationId xmlns:p14="http://schemas.microsoft.com/office/powerpoint/2010/main" val="836947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app.module.ts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Dentro de nuestra clase </a:t>
            </a:r>
            <a:r>
              <a:rPr lang="es-ES" dirty="0" err="1" smtClean="0"/>
              <a:t>app.module</a:t>
            </a:r>
            <a:r>
              <a:rPr lang="es-ES" dirty="0" smtClean="0"/>
              <a:t> agregamos las referencias a las librerías que nos permitirá luego consumir nuestra api y además poder trabajar con formularios, deberemos de pegar el siguiente código:</a:t>
            </a:r>
          </a:p>
          <a:p>
            <a:r>
              <a:rPr lang="es-AR" dirty="0" smtClean="0"/>
              <a:t>...</a:t>
            </a:r>
            <a:r>
              <a:rPr lang="es-AR" dirty="0"/>
              <a:t/>
            </a:r>
            <a:br>
              <a:rPr lang="es-AR" dirty="0"/>
            </a:br>
            <a:r>
              <a:rPr lang="es-AR" dirty="0"/>
              <a:t>//cliente http</a:t>
            </a:r>
          </a:p>
          <a:p>
            <a:r>
              <a:rPr lang="es-AR" dirty="0" err="1"/>
              <a:t>import</a:t>
            </a:r>
            <a:r>
              <a:rPr lang="es-AR" dirty="0"/>
              <a:t> { </a:t>
            </a:r>
            <a:r>
              <a:rPr lang="es-AR" dirty="0" err="1"/>
              <a:t>HttpClientModule</a:t>
            </a:r>
            <a:r>
              <a:rPr lang="es-AR" dirty="0"/>
              <a:t> } </a:t>
            </a:r>
            <a:r>
              <a:rPr lang="es-AR" dirty="0" err="1"/>
              <a:t>from</a:t>
            </a:r>
            <a:r>
              <a:rPr lang="es-AR" dirty="0"/>
              <a:t> '@angular/</a:t>
            </a:r>
            <a:r>
              <a:rPr lang="es-AR" dirty="0" err="1"/>
              <a:t>common</a:t>
            </a:r>
            <a:r>
              <a:rPr lang="es-AR" dirty="0"/>
              <a:t>/http';</a:t>
            </a:r>
          </a:p>
          <a:p>
            <a:r>
              <a:rPr lang="es-AR" dirty="0"/>
              <a:t>//Formulario</a:t>
            </a:r>
          </a:p>
          <a:p>
            <a:r>
              <a:rPr lang="es-AR" dirty="0" err="1"/>
              <a:t>import</a:t>
            </a:r>
            <a:r>
              <a:rPr lang="es-AR" dirty="0"/>
              <a:t> { </a:t>
            </a:r>
            <a:r>
              <a:rPr lang="es-AR" dirty="0" err="1"/>
              <a:t>FormsModule</a:t>
            </a:r>
            <a:r>
              <a:rPr lang="es-AR" dirty="0"/>
              <a:t> } </a:t>
            </a:r>
            <a:r>
              <a:rPr lang="es-AR" dirty="0" err="1"/>
              <a:t>from</a:t>
            </a:r>
            <a:r>
              <a:rPr lang="es-AR" dirty="0"/>
              <a:t> '@angular/</a:t>
            </a:r>
            <a:r>
              <a:rPr lang="es-AR" dirty="0" err="1"/>
              <a:t>forms</a:t>
            </a:r>
            <a:r>
              <a:rPr lang="es-AR" dirty="0" smtClean="0"/>
              <a:t>';</a:t>
            </a:r>
            <a:r>
              <a:rPr lang="es-AR" dirty="0"/>
              <a:t/>
            </a:r>
            <a:br>
              <a:rPr lang="es-AR" dirty="0"/>
            </a:br>
            <a:r>
              <a:rPr lang="es-AR" dirty="0" smtClean="0"/>
              <a:t>…</a:t>
            </a:r>
            <a:endParaRPr lang="es-ES" dirty="0"/>
          </a:p>
          <a:p>
            <a:pPr marL="285750" indent="-285750">
              <a:buFont typeface="Arial" pitchFamily="34" charset="0"/>
              <a:buChar char="•"/>
            </a:pPr>
            <a:r>
              <a:rPr lang="es-ES" dirty="0" smtClean="0"/>
              <a:t>Y los importo dentro de </a:t>
            </a:r>
            <a:r>
              <a:rPr lang="es-ES" dirty="0" err="1" smtClean="0"/>
              <a:t>imports</a:t>
            </a:r>
            <a:r>
              <a:rPr lang="es-ES" dirty="0" smtClean="0"/>
              <a:t> con las siguientes líneas:</a:t>
            </a:r>
          </a:p>
          <a:p>
            <a:endParaRPr lang="es-ES" dirty="0"/>
          </a:p>
          <a:p>
            <a:r>
              <a:rPr lang="es-AR" dirty="0" err="1" smtClean="0"/>
              <a:t>imports</a:t>
            </a:r>
            <a:r>
              <a:rPr lang="es-AR" dirty="0"/>
              <a:t>: [</a:t>
            </a:r>
          </a:p>
          <a:p>
            <a:r>
              <a:rPr lang="es-AR" dirty="0"/>
              <a:t>   </a:t>
            </a:r>
            <a:r>
              <a:rPr lang="es-AR" dirty="0" smtClean="0"/>
              <a:t>	…</a:t>
            </a:r>
            <a:endParaRPr lang="es-AR" dirty="0"/>
          </a:p>
          <a:p>
            <a:r>
              <a:rPr lang="es-AR" dirty="0"/>
              <a:t>    </a:t>
            </a:r>
            <a:r>
              <a:rPr lang="es-AR" dirty="0" smtClean="0"/>
              <a:t>	</a:t>
            </a:r>
            <a:r>
              <a:rPr lang="es-AR" dirty="0" err="1" smtClean="0"/>
              <a:t>HttpClientModule</a:t>
            </a:r>
            <a:r>
              <a:rPr lang="es-AR" dirty="0"/>
              <a:t>,</a:t>
            </a:r>
          </a:p>
          <a:p>
            <a:r>
              <a:rPr lang="es-AR" dirty="0"/>
              <a:t>    </a:t>
            </a:r>
            <a:r>
              <a:rPr lang="es-AR" dirty="0" smtClean="0"/>
              <a:t>	</a:t>
            </a:r>
            <a:r>
              <a:rPr lang="es-AR" dirty="0" err="1" smtClean="0"/>
              <a:t>FormsModule</a:t>
            </a:r>
            <a:r>
              <a:rPr lang="es-AR" dirty="0"/>
              <a:t>,</a:t>
            </a:r>
          </a:p>
          <a:p>
            <a:r>
              <a:rPr lang="es-AR" dirty="0"/>
              <a:t>    </a:t>
            </a:r>
            <a:r>
              <a:rPr lang="es-AR" dirty="0" smtClean="0"/>
              <a:t>	…</a:t>
            </a:r>
            <a:endParaRPr lang="es-AR" dirty="0"/>
          </a:p>
        </p:txBody>
      </p:sp>
    </p:spTree>
    <p:extLst>
      <p:ext uri="{BB962C8B-B14F-4D97-AF65-F5344CB8AC3E}">
        <p14:creationId xmlns:p14="http://schemas.microsoft.com/office/powerpoint/2010/main" val="51153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Programando clase servicio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1651258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usuario.service.ts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Dentro de nuestra clase servicio agregamos las siguientes código:</a:t>
            </a:r>
          </a:p>
          <a:p>
            <a:endParaRPr lang="es-AR" dirty="0" smtClean="0"/>
          </a:p>
          <a:p>
            <a:r>
              <a:rPr lang="es-AR" dirty="0" err="1"/>
              <a:t>import</a:t>
            </a:r>
            <a:r>
              <a:rPr lang="es-AR" dirty="0"/>
              <a:t> { </a:t>
            </a:r>
            <a:r>
              <a:rPr lang="es-AR" dirty="0" err="1"/>
              <a:t>Injectable</a:t>
            </a:r>
            <a:r>
              <a:rPr lang="es-AR" dirty="0"/>
              <a:t> } </a:t>
            </a:r>
            <a:r>
              <a:rPr lang="es-AR" dirty="0" err="1"/>
              <a:t>from</a:t>
            </a:r>
            <a:r>
              <a:rPr lang="es-AR" dirty="0"/>
              <a:t> '@angular/</a:t>
            </a:r>
            <a:r>
              <a:rPr lang="es-AR" dirty="0" err="1"/>
              <a:t>core</a:t>
            </a:r>
            <a:r>
              <a:rPr lang="es-AR" dirty="0"/>
              <a:t>';</a:t>
            </a:r>
          </a:p>
          <a:p>
            <a:r>
              <a:rPr lang="es-AR" dirty="0" err="1"/>
              <a:t>import</a:t>
            </a:r>
            <a:r>
              <a:rPr lang="es-AR" dirty="0"/>
              <a:t> { </a:t>
            </a:r>
            <a:r>
              <a:rPr lang="es-AR" dirty="0" err="1"/>
              <a:t>HttpClient</a:t>
            </a:r>
            <a:r>
              <a:rPr lang="es-AR" dirty="0"/>
              <a:t> } </a:t>
            </a:r>
            <a:r>
              <a:rPr lang="es-AR" dirty="0" err="1"/>
              <a:t>from</a:t>
            </a:r>
            <a:r>
              <a:rPr lang="es-AR" dirty="0"/>
              <a:t> '@angular/</a:t>
            </a:r>
            <a:r>
              <a:rPr lang="es-AR" dirty="0" err="1"/>
              <a:t>common</a:t>
            </a:r>
            <a:r>
              <a:rPr lang="es-AR" dirty="0"/>
              <a:t>/http';</a:t>
            </a:r>
          </a:p>
          <a:p>
            <a:r>
              <a:rPr lang="es-AR" dirty="0" err="1"/>
              <a:t>import</a:t>
            </a:r>
            <a:r>
              <a:rPr lang="es-AR" dirty="0"/>
              <a:t> { Observable } </a:t>
            </a:r>
            <a:r>
              <a:rPr lang="es-AR" dirty="0" err="1"/>
              <a:t>from</a:t>
            </a:r>
            <a:r>
              <a:rPr lang="es-AR" dirty="0"/>
              <a:t> '</a:t>
            </a:r>
            <a:r>
              <a:rPr lang="es-AR" dirty="0" err="1"/>
              <a:t>rxjs</a:t>
            </a:r>
            <a:r>
              <a:rPr lang="es-AR" dirty="0"/>
              <a:t>';</a:t>
            </a:r>
          </a:p>
          <a:p>
            <a:r>
              <a:rPr lang="es-AR" dirty="0" err="1"/>
              <a:t>import</a:t>
            </a:r>
            <a:r>
              <a:rPr lang="es-AR" dirty="0"/>
              <a:t> { Usuarios } </a:t>
            </a:r>
            <a:r>
              <a:rPr lang="es-AR" dirty="0" err="1"/>
              <a:t>from</a:t>
            </a:r>
            <a:r>
              <a:rPr lang="es-AR" dirty="0"/>
              <a:t> '../</a:t>
            </a:r>
            <a:r>
              <a:rPr lang="es-AR" dirty="0" err="1"/>
              <a:t>models</a:t>
            </a:r>
            <a:r>
              <a:rPr lang="es-AR" dirty="0"/>
              <a:t>/usuarios';</a:t>
            </a:r>
          </a:p>
          <a:p>
            <a:r>
              <a:rPr lang="es-AR" dirty="0"/>
              <a:t/>
            </a:r>
            <a:br>
              <a:rPr lang="es-AR" dirty="0"/>
            </a:br>
            <a:r>
              <a:rPr lang="es-AR" dirty="0"/>
              <a:t/>
            </a:r>
            <a:br>
              <a:rPr lang="es-AR" dirty="0"/>
            </a:br>
            <a:r>
              <a:rPr lang="es-AR" dirty="0"/>
              <a:t>@</a:t>
            </a:r>
            <a:r>
              <a:rPr lang="es-AR" dirty="0" err="1"/>
              <a:t>Injectable</a:t>
            </a:r>
            <a:r>
              <a:rPr lang="es-AR" dirty="0"/>
              <a:t>({</a:t>
            </a:r>
          </a:p>
          <a:p>
            <a:r>
              <a:rPr lang="es-AR" dirty="0"/>
              <a:t>  </a:t>
            </a:r>
            <a:r>
              <a:rPr lang="es-AR" dirty="0" err="1"/>
              <a:t>providedIn</a:t>
            </a:r>
            <a:r>
              <a:rPr lang="es-AR" dirty="0"/>
              <a:t>: '</a:t>
            </a:r>
            <a:r>
              <a:rPr lang="es-AR" dirty="0" err="1"/>
              <a:t>root</a:t>
            </a:r>
            <a:r>
              <a:rPr lang="es-AR" dirty="0"/>
              <a:t>'</a:t>
            </a:r>
          </a:p>
          <a:p>
            <a:r>
              <a:rPr lang="es-AR" dirty="0"/>
              <a:t>})</a:t>
            </a:r>
          </a:p>
          <a:p>
            <a:r>
              <a:rPr lang="es-AR" dirty="0" err="1"/>
              <a:t>export</a:t>
            </a:r>
            <a:r>
              <a:rPr lang="es-AR" dirty="0"/>
              <a:t> </a:t>
            </a:r>
            <a:r>
              <a:rPr lang="es-AR" dirty="0" err="1"/>
              <a:t>class</a:t>
            </a:r>
            <a:r>
              <a:rPr lang="es-AR" dirty="0"/>
              <a:t> </a:t>
            </a:r>
            <a:r>
              <a:rPr lang="es-AR" dirty="0" err="1"/>
              <a:t>UsuarioService</a:t>
            </a:r>
            <a:r>
              <a:rPr lang="es-AR" dirty="0"/>
              <a:t> {</a:t>
            </a:r>
          </a:p>
          <a:p>
            <a:r>
              <a:rPr lang="es-AR" dirty="0"/>
              <a:t>  </a:t>
            </a:r>
            <a:r>
              <a:rPr lang="es-AR" dirty="0" err="1"/>
              <a:t>private</a:t>
            </a:r>
            <a:r>
              <a:rPr lang="es-AR" dirty="0"/>
              <a:t> url: </a:t>
            </a:r>
            <a:r>
              <a:rPr lang="es-AR" dirty="0" err="1"/>
              <a:t>string</a:t>
            </a:r>
            <a:r>
              <a:rPr lang="es-AR" dirty="0"/>
              <a:t>="http://localhost:8080/</a:t>
            </a:r>
            <a:r>
              <a:rPr lang="es-AR" dirty="0" err="1"/>
              <a:t>crudusuario</a:t>
            </a:r>
            <a:r>
              <a:rPr lang="es-AR" dirty="0"/>
              <a:t>/";</a:t>
            </a:r>
          </a:p>
          <a:p>
            <a:r>
              <a:rPr lang="es-AR" dirty="0"/>
              <a:t/>
            </a:r>
            <a:br>
              <a:rPr lang="es-AR" dirty="0"/>
            </a:br>
            <a:r>
              <a:rPr lang="es-AR" dirty="0"/>
              <a:t>  constructor(</a:t>
            </a:r>
            <a:r>
              <a:rPr lang="es-AR" dirty="0" err="1"/>
              <a:t>private</a:t>
            </a:r>
            <a:r>
              <a:rPr lang="es-AR" dirty="0"/>
              <a:t> http:HttpClient ) { }</a:t>
            </a:r>
          </a:p>
        </p:txBody>
      </p:sp>
    </p:spTree>
    <p:extLst>
      <p:ext uri="{BB962C8B-B14F-4D97-AF65-F5344CB8AC3E}">
        <p14:creationId xmlns:p14="http://schemas.microsoft.com/office/powerpoint/2010/main" val="1293069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usuario.service.ts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Dentro de nuestra clase servicio agregamos las siguientes código:</a:t>
            </a:r>
          </a:p>
          <a:p>
            <a:endParaRPr lang="es-AR" dirty="0" smtClean="0"/>
          </a:p>
          <a:p>
            <a:r>
              <a:rPr lang="es-AR" dirty="0"/>
              <a:t>//Obtiene listado de usuarios</a:t>
            </a:r>
          </a:p>
          <a:p>
            <a:r>
              <a:rPr lang="es-AR" dirty="0"/>
              <a:t>  </a:t>
            </a:r>
            <a:r>
              <a:rPr lang="es-AR" dirty="0" err="1"/>
              <a:t>public</a:t>
            </a:r>
            <a:r>
              <a:rPr lang="es-AR" dirty="0"/>
              <a:t> </a:t>
            </a:r>
            <a:r>
              <a:rPr lang="es-AR" dirty="0" err="1"/>
              <a:t>getAllUsers</a:t>
            </a:r>
            <a:r>
              <a:rPr lang="es-AR" dirty="0"/>
              <a:t>():Observable&lt;Usuarios[]&gt;{</a:t>
            </a:r>
          </a:p>
          <a:p>
            <a:r>
              <a:rPr lang="es-AR" dirty="0"/>
              <a:t>    </a:t>
            </a:r>
            <a:r>
              <a:rPr lang="es-AR" dirty="0" err="1"/>
              <a:t>return</a:t>
            </a:r>
            <a:r>
              <a:rPr lang="es-AR" dirty="0"/>
              <a:t> </a:t>
            </a:r>
            <a:r>
              <a:rPr lang="es-AR" dirty="0" err="1"/>
              <a:t>this.http.get</a:t>
            </a:r>
            <a:r>
              <a:rPr lang="es-AR" dirty="0"/>
              <a:t>&lt;Usuarios[]&gt;(this.</a:t>
            </a:r>
            <a:r>
              <a:rPr lang="es-AR" dirty="0" err="1"/>
              <a:t>url</a:t>
            </a:r>
            <a:r>
              <a:rPr lang="es-AR" dirty="0"/>
              <a:t>+"</a:t>
            </a:r>
            <a:r>
              <a:rPr lang="es-AR" dirty="0" err="1"/>
              <a:t>all</a:t>
            </a:r>
            <a:r>
              <a:rPr lang="es-AR" dirty="0"/>
              <a:t>");</a:t>
            </a:r>
          </a:p>
          <a:p>
            <a:r>
              <a:rPr lang="es-AR" dirty="0"/>
              <a:t>  }</a:t>
            </a:r>
          </a:p>
          <a:p>
            <a:r>
              <a:rPr lang="es-AR" dirty="0"/>
              <a:t/>
            </a:r>
            <a:br>
              <a:rPr lang="es-AR" dirty="0"/>
            </a:br>
            <a:r>
              <a:rPr lang="es-AR" dirty="0"/>
              <a:t>  //Obtiene un usuario seleccionado</a:t>
            </a:r>
          </a:p>
          <a:p>
            <a:r>
              <a:rPr lang="es-AR" dirty="0"/>
              <a:t>  </a:t>
            </a:r>
            <a:r>
              <a:rPr lang="es-AR" dirty="0" err="1"/>
              <a:t>public</a:t>
            </a:r>
            <a:r>
              <a:rPr lang="es-AR" dirty="0"/>
              <a:t> </a:t>
            </a:r>
            <a:r>
              <a:rPr lang="es-AR" dirty="0" err="1"/>
              <a:t>getUserDetailxId</a:t>
            </a:r>
            <a:r>
              <a:rPr lang="es-AR" dirty="0"/>
              <a:t>(id: </a:t>
            </a:r>
            <a:r>
              <a:rPr lang="es-AR" dirty="0" err="1"/>
              <a:t>number</a:t>
            </a:r>
            <a:r>
              <a:rPr lang="es-AR" dirty="0"/>
              <a:t>):Observable&lt;Usuarios&gt;{</a:t>
            </a:r>
          </a:p>
          <a:p>
            <a:r>
              <a:rPr lang="es-AR" dirty="0"/>
              <a:t>    </a:t>
            </a:r>
            <a:r>
              <a:rPr lang="es-AR" dirty="0" err="1"/>
              <a:t>return</a:t>
            </a:r>
            <a:r>
              <a:rPr lang="es-AR" dirty="0"/>
              <a:t> </a:t>
            </a:r>
            <a:r>
              <a:rPr lang="es-AR" dirty="0" err="1"/>
              <a:t>this.http.get</a:t>
            </a:r>
            <a:r>
              <a:rPr lang="es-AR" dirty="0"/>
              <a:t>&lt;Usuarios&gt;(this.</a:t>
            </a:r>
            <a:r>
              <a:rPr lang="es-AR" dirty="0" err="1"/>
              <a:t>url</a:t>
            </a:r>
            <a:r>
              <a:rPr lang="es-AR" dirty="0"/>
              <a:t>+`</a:t>
            </a:r>
            <a:r>
              <a:rPr lang="es-AR" dirty="0" err="1"/>
              <a:t>usuarioxid</a:t>
            </a:r>
            <a:r>
              <a:rPr lang="es-AR" dirty="0"/>
              <a:t>/${id}`);</a:t>
            </a:r>
          </a:p>
          <a:p>
            <a:r>
              <a:rPr lang="es-AR" dirty="0"/>
              <a:t>  }</a:t>
            </a:r>
          </a:p>
          <a:p>
            <a:r>
              <a:rPr lang="es-AR" dirty="0"/>
              <a:t/>
            </a:r>
            <a:br>
              <a:rPr lang="es-AR" dirty="0"/>
            </a:br>
            <a:r>
              <a:rPr lang="es-AR" dirty="0"/>
              <a:t>  //Obtiene un usuario seleccionado</a:t>
            </a:r>
          </a:p>
          <a:p>
            <a:r>
              <a:rPr lang="es-AR" dirty="0"/>
              <a:t>  </a:t>
            </a:r>
            <a:r>
              <a:rPr lang="es-AR" dirty="0" err="1"/>
              <a:t>public</a:t>
            </a:r>
            <a:r>
              <a:rPr lang="es-AR" dirty="0"/>
              <a:t> </a:t>
            </a:r>
            <a:r>
              <a:rPr lang="es-AR" dirty="0" err="1"/>
              <a:t>getUserDetailxName</a:t>
            </a:r>
            <a:r>
              <a:rPr lang="es-AR" dirty="0"/>
              <a:t>(</a:t>
            </a:r>
            <a:r>
              <a:rPr lang="es-AR" dirty="0" err="1"/>
              <a:t>nombreusu</a:t>
            </a:r>
            <a:r>
              <a:rPr lang="es-AR" dirty="0"/>
              <a:t>: </a:t>
            </a:r>
            <a:r>
              <a:rPr lang="es-AR" dirty="0" err="1"/>
              <a:t>string</a:t>
            </a:r>
            <a:r>
              <a:rPr lang="es-AR" dirty="0"/>
              <a:t>):Observable&lt;Usuarios&gt;{</a:t>
            </a:r>
          </a:p>
          <a:p>
            <a:r>
              <a:rPr lang="es-AR" dirty="0"/>
              <a:t>    </a:t>
            </a:r>
            <a:r>
              <a:rPr lang="es-AR" dirty="0" err="1"/>
              <a:t>return</a:t>
            </a:r>
            <a:r>
              <a:rPr lang="es-AR" dirty="0"/>
              <a:t> </a:t>
            </a:r>
            <a:r>
              <a:rPr lang="es-AR" dirty="0" err="1"/>
              <a:t>this.http.get</a:t>
            </a:r>
            <a:r>
              <a:rPr lang="es-AR" dirty="0"/>
              <a:t>&lt;Usuarios&gt;(this.</a:t>
            </a:r>
            <a:r>
              <a:rPr lang="es-AR" dirty="0" err="1"/>
              <a:t>url</a:t>
            </a:r>
            <a:r>
              <a:rPr lang="es-AR" dirty="0"/>
              <a:t>+`</a:t>
            </a:r>
            <a:r>
              <a:rPr lang="es-AR" dirty="0" err="1"/>
              <a:t>usuarioxnombre</a:t>
            </a:r>
            <a:r>
              <a:rPr lang="es-AR" dirty="0"/>
              <a:t>/${</a:t>
            </a:r>
            <a:r>
              <a:rPr lang="es-AR" dirty="0" err="1"/>
              <a:t>nombreusu</a:t>
            </a:r>
            <a:r>
              <a:rPr lang="es-AR" dirty="0" smtClean="0"/>
              <a:t>}`);}</a:t>
            </a:r>
            <a:endParaRPr lang="es-AR" dirty="0"/>
          </a:p>
        </p:txBody>
      </p:sp>
    </p:spTree>
    <p:extLst>
      <p:ext uri="{BB962C8B-B14F-4D97-AF65-F5344CB8AC3E}">
        <p14:creationId xmlns:p14="http://schemas.microsoft.com/office/powerpoint/2010/main" val="3957526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usuario.service.ts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19"/>
          </a:xfrm>
          <a:prstGeom prst="rect">
            <a:avLst/>
          </a:prstGeom>
        </p:spPr>
        <p:txBody>
          <a:bodyPr wrap="square">
            <a:spAutoFit/>
          </a:bodyPr>
          <a:lstStyle/>
          <a:p>
            <a:pPr marL="285750" indent="-285750">
              <a:buFont typeface="Arial" pitchFamily="34" charset="0"/>
              <a:buChar char="•"/>
            </a:pPr>
            <a:r>
              <a:rPr lang="es-ES" dirty="0" smtClean="0"/>
              <a:t>Dentro de nuestra clase servicio agregamos las siguientes código:</a:t>
            </a:r>
          </a:p>
          <a:p>
            <a:endParaRPr lang="es-AR" dirty="0" smtClean="0"/>
          </a:p>
          <a:p>
            <a:r>
              <a:rPr lang="es-AR" dirty="0"/>
              <a:t>//Crea un usuario</a:t>
            </a:r>
          </a:p>
          <a:p>
            <a:r>
              <a:rPr lang="es-AR" dirty="0"/>
              <a:t>  </a:t>
            </a:r>
            <a:r>
              <a:rPr lang="es-AR" dirty="0" err="1"/>
              <a:t>public</a:t>
            </a:r>
            <a:r>
              <a:rPr lang="es-AR" dirty="0"/>
              <a:t> </a:t>
            </a:r>
            <a:r>
              <a:rPr lang="es-AR" dirty="0" err="1"/>
              <a:t>createUser</a:t>
            </a:r>
            <a:r>
              <a:rPr lang="es-AR" dirty="0"/>
              <a:t>(</a:t>
            </a:r>
            <a:r>
              <a:rPr lang="es-AR" dirty="0" err="1"/>
              <a:t>usu:Usuarios</a:t>
            </a:r>
            <a:r>
              <a:rPr lang="es-AR" dirty="0"/>
              <a:t>):Observable&lt;</a:t>
            </a:r>
            <a:r>
              <a:rPr lang="es-AR" dirty="0" err="1"/>
              <a:t>any</a:t>
            </a:r>
            <a:r>
              <a:rPr lang="es-AR" dirty="0"/>
              <a:t>&gt;{</a:t>
            </a:r>
          </a:p>
          <a:p>
            <a:r>
              <a:rPr lang="es-AR" dirty="0"/>
              <a:t>    console.log(</a:t>
            </a:r>
            <a:r>
              <a:rPr lang="es-AR" dirty="0" err="1"/>
              <a:t>usu</a:t>
            </a:r>
            <a:r>
              <a:rPr lang="es-AR" dirty="0"/>
              <a:t>);</a:t>
            </a:r>
          </a:p>
          <a:p>
            <a:r>
              <a:rPr lang="es-AR" dirty="0"/>
              <a:t/>
            </a:r>
            <a:br>
              <a:rPr lang="es-AR" dirty="0"/>
            </a:br>
            <a:r>
              <a:rPr lang="es-AR" dirty="0"/>
              <a:t>    </a:t>
            </a:r>
            <a:r>
              <a:rPr lang="es-AR" dirty="0" err="1"/>
              <a:t>return</a:t>
            </a:r>
            <a:r>
              <a:rPr lang="es-AR" dirty="0"/>
              <a:t> </a:t>
            </a:r>
            <a:r>
              <a:rPr lang="es-AR" dirty="0" err="1"/>
              <a:t>this.http.post</a:t>
            </a:r>
            <a:r>
              <a:rPr lang="es-AR" dirty="0"/>
              <a:t>&lt;</a:t>
            </a:r>
            <a:r>
              <a:rPr lang="es-AR" dirty="0" err="1"/>
              <a:t>any</a:t>
            </a:r>
            <a:r>
              <a:rPr lang="es-AR" dirty="0"/>
              <a:t>&gt;(this.</a:t>
            </a:r>
            <a:r>
              <a:rPr lang="es-AR" dirty="0" err="1"/>
              <a:t>url</a:t>
            </a:r>
            <a:r>
              <a:rPr lang="es-AR" dirty="0"/>
              <a:t>+"</a:t>
            </a:r>
            <a:r>
              <a:rPr lang="es-AR" dirty="0" err="1"/>
              <a:t>addusu</a:t>
            </a:r>
            <a:r>
              <a:rPr lang="es-AR" dirty="0"/>
              <a:t>", </a:t>
            </a:r>
            <a:r>
              <a:rPr lang="es-AR" dirty="0" err="1"/>
              <a:t>usu</a:t>
            </a:r>
            <a:r>
              <a:rPr lang="es-AR" dirty="0"/>
              <a:t>);</a:t>
            </a:r>
          </a:p>
          <a:p>
            <a:r>
              <a:rPr lang="es-AR" dirty="0"/>
              <a:t>  }</a:t>
            </a:r>
          </a:p>
          <a:p>
            <a:r>
              <a:rPr lang="es-AR" dirty="0"/>
              <a:t/>
            </a:r>
            <a:br>
              <a:rPr lang="es-AR" dirty="0"/>
            </a:br>
            <a:r>
              <a:rPr lang="es-AR" dirty="0"/>
              <a:t>  //Actualizo un estudiante seleccionado</a:t>
            </a:r>
          </a:p>
          <a:p>
            <a:r>
              <a:rPr lang="es-AR" dirty="0"/>
              <a:t>  </a:t>
            </a:r>
            <a:r>
              <a:rPr lang="es-AR" dirty="0" err="1"/>
              <a:t>public</a:t>
            </a:r>
            <a:r>
              <a:rPr lang="es-AR" dirty="0"/>
              <a:t> </a:t>
            </a:r>
            <a:r>
              <a:rPr lang="es-AR" dirty="0" err="1"/>
              <a:t>update</a:t>
            </a:r>
            <a:r>
              <a:rPr lang="es-AR" dirty="0"/>
              <a:t>(</a:t>
            </a:r>
            <a:r>
              <a:rPr lang="es-AR" dirty="0" err="1"/>
              <a:t>id:number</a:t>
            </a:r>
            <a:r>
              <a:rPr lang="es-AR" dirty="0"/>
              <a:t>, </a:t>
            </a:r>
            <a:r>
              <a:rPr lang="es-AR" dirty="0" err="1"/>
              <a:t>usu</a:t>
            </a:r>
            <a:r>
              <a:rPr lang="es-AR" dirty="0"/>
              <a:t>: Usuarios):Observable&lt;</a:t>
            </a:r>
            <a:r>
              <a:rPr lang="es-AR" dirty="0" err="1"/>
              <a:t>any</a:t>
            </a:r>
            <a:r>
              <a:rPr lang="es-AR" dirty="0"/>
              <a:t>&gt;{</a:t>
            </a:r>
          </a:p>
          <a:p>
            <a:r>
              <a:rPr lang="es-AR" dirty="0"/>
              <a:t>    </a:t>
            </a:r>
            <a:r>
              <a:rPr lang="es-AR" dirty="0" err="1"/>
              <a:t>return</a:t>
            </a:r>
            <a:r>
              <a:rPr lang="es-AR" dirty="0"/>
              <a:t> </a:t>
            </a:r>
            <a:r>
              <a:rPr lang="es-AR" dirty="0" err="1"/>
              <a:t>this.http.put</a:t>
            </a:r>
            <a:r>
              <a:rPr lang="es-AR" dirty="0"/>
              <a:t>&lt;</a:t>
            </a:r>
            <a:r>
              <a:rPr lang="es-AR" dirty="0" err="1"/>
              <a:t>any</a:t>
            </a:r>
            <a:r>
              <a:rPr lang="es-AR" dirty="0"/>
              <a:t>&gt;(this.</a:t>
            </a:r>
            <a:r>
              <a:rPr lang="es-AR" dirty="0" err="1"/>
              <a:t>url</a:t>
            </a:r>
            <a:r>
              <a:rPr lang="es-AR" dirty="0"/>
              <a:t>+`</a:t>
            </a:r>
            <a:r>
              <a:rPr lang="es-AR" dirty="0" err="1"/>
              <a:t>update</a:t>
            </a:r>
            <a:r>
              <a:rPr lang="es-AR" dirty="0"/>
              <a:t>/${id}`,</a:t>
            </a:r>
            <a:r>
              <a:rPr lang="es-AR" dirty="0" err="1"/>
              <a:t>usu</a:t>
            </a:r>
            <a:r>
              <a:rPr lang="es-AR" dirty="0"/>
              <a:t>);</a:t>
            </a:r>
          </a:p>
          <a:p>
            <a:r>
              <a:rPr lang="es-AR" dirty="0"/>
              <a:t>  </a:t>
            </a:r>
            <a:r>
              <a:rPr lang="es-AR" dirty="0" smtClean="0"/>
              <a:t>}</a:t>
            </a:r>
            <a:endParaRPr lang="es-AR" dirty="0"/>
          </a:p>
        </p:txBody>
      </p:sp>
    </p:spTree>
    <p:extLst>
      <p:ext uri="{BB962C8B-B14F-4D97-AF65-F5344CB8AC3E}">
        <p14:creationId xmlns:p14="http://schemas.microsoft.com/office/powerpoint/2010/main" val="2674508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usuario.service.ts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pPr marL="285750" indent="-285750">
              <a:buFont typeface="Arial" pitchFamily="34" charset="0"/>
              <a:buChar char="•"/>
            </a:pPr>
            <a:r>
              <a:rPr lang="es-ES" dirty="0" smtClean="0"/>
              <a:t>Dentro de nuestra clase servicio agregamos las siguientes código:</a:t>
            </a:r>
          </a:p>
          <a:p>
            <a:endParaRPr lang="es-AR" dirty="0" smtClean="0"/>
          </a:p>
          <a:p>
            <a:r>
              <a:rPr lang="es-AR" dirty="0"/>
              <a:t>//Elimino un estudiante seleccionado</a:t>
            </a:r>
          </a:p>
          <a:p>
            <a:r>
              <a:rPr lang="es-AR" dirty="0"/>
              <a:t>  </a:t>
            </a:r>
            <a:r>
              <a:rPr lang="es-AR" dirty="0" err="1"/>
              <a:t>public</a:t>
            </a:r>
            <a:r>
              <a:rPr lang="es-AR" dirty="0"/>
              <a:t> </a:t>
            </a:r>
            <a:r>
              <a:rPr lang="es-AR" dirty="0" err="1"/>
              <a:t>delete</a:t>
            </a:r>
            <a:r>
              <a:rPr lang="es-AR" dirty="0"/>
              <a:t>(id: </a:t>
            </a:r>
            <a:r>
              <a:rPr lang="es-AR" dirty="0" err="1"/>
              <a:t>number</a:t>
            </a:r>
            <a:r>
              <a:rPr lang="es-AR" dirty="0"/>
              <a:t>):Observable&lt;</a:t>
            </a:r>
            <a:r>
              <a:rPr lang="es-AR" dirty="0" err="1"/>
              <a:t>any</a:t>
            </a:r>
            <a:r>
              <a:rPr lang="es-AR" dirty="0"/>
              <a:t>&gt;{</a:t>
            </a:r>
          </a:p>
          <a:p>
            <a:r>
              <a:rPr lang="es-AR" dirty="0"/>
              <a:t>    </a:t>
            </a:r>
            <a:r>
              <a:rPr lang="es-AR" dirty="0" err="1"/>
              <a:t>return</a:t>
            </a:r>
            <a:r>
              <a:rPr lang="es-AR" dirty="0"/>
              <a:t> </a:t>
            </a:r>
            <a:r>
              <a:rPr lang="es-AR" dirty="0" err="1"/>
              <a:t>this.http.delete</a:t>
            </a:r>
            <a:r>
              <a:rPr lang="es-AR" dirty="0"/>
              <a:t>&lt;</a:t>
            </a:r>
            <a:r>
              <a:rPr lang="es-AR" dirty="0" err="1"/>
              <a:t>any</a:t>
            </a:r>
            <a:r>
              <a:rPr lang="es-AR" dirty="0"/>
              <a:t>&gt;(this.</a:t>
            </a:r>
            <a:r>
              <a:rPr lang="es-AR" dirty="0" err="1"/>
              <a:t>url</a:t>
            </a:r>
            <a:r>
              <a:rPr lang="es-AR" dirty="0"/>
              <a:t>+`</a:t>
            </a:r>
            <a:r>
              <a:rPr lang="es-AR" dirty="0" err="1"/>
              <a:t>delete</a:t>
            </a:r>
            <a:r>
              <a:rPr lang="es-AR" dirty="0"/>
              <a:t>/${id}`);</a:t>
            </a:r>
          </a:p>
          <a:p>
            <a:r>
              <a:rPr lang="es-AR" dirty="0"/>
              <a:t>  }</a:t>
            </a:r>
          </a:p>
          <a:p>
            <a:r>
              <a:rPr lang="es-AR" dirty="0"/>
              <a:t>}</a:t>
            </a:r>
          </a:p>
        </p:txBody>
      </p:sp>
    </p:spTree>
    <p:extLst>
      <p:ext uri="{BB962C8B-B14F-4D97-AF65-F5344CB8AC3E}">
        <p14:creationId xmlns:p14="http://schemas.microsoft.com/office/powerpoint/2010/main" val="14910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Programando </a:t>
            </a:r>
            <a:r>
              <a:rPr lang="es-AR" sz="4000" b="1" dirty="0" err="1" smtClean="0">
                <a:solidFill>
                  <a:srgbClr val="0070C0"/>
                </a:solidFill>
                <a:latin typeface="Georgia"/>
                <a:ea typeface="Georgia"/>
                <a:cs typeface="Georgia"/>
                <a:sym typeface="Georgia"/>
              </a:rPr>
              <a:t>routing</a:t>
            </a:r>
            <a:r>
              <a:rPr lang="es-AR" sz="4000" b="1" dirty="0" smtClean="0">
                <a:solidFill>
                  <a:srgbClr val="0070C0"/>
                </a:solidFill>
                <a:latin typeface="Georgia"/>
                <a:ea typeface="Georgia"/>
                <a:cs typeface="Georgia"/>
                <a:sym typeface="Georgia"/>
              </a:rPr>
              <a:t> para el menú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7609415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app.modules.ts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Dentro de nuestra clase agregamos el siguiente código para poder re direccionar a nuestras distintas opciones del menú CRUD:</a:t>
            </a:r>
          </a:p>
          <a:p>
            <a:r>
              <a:rPr lang="es-AR" dirty="0" smtClean="0"/>
              <a:t>…</a:t>
            </a:r>
            <a:r>
              <a:rPr lang="es-AR" dirty="0"/>
              <a:t/>
            </a:r>
            <a:br>
              <a:rPr lang="es-AR" dirty="0"/>
            </a:br>
            <a:r>
              <a:rPr lang="es-AR" dirty="0"/>
              <a:t>//</a:t>
            </a:r>
            <a:r>
              <a:rPr lang="es-AR" dirty="0" err="1"/>
              <a:t>Routing</a:t>
            </a:r>
            <a:endParaRPr lang="es-AR" dirty="0"/>
          </a:p>
          <a:p>
            <a:r>
              <a:rPr lang="es-AR" dirty="0" err="1"/>
              <a:t>import</a:t>
            </a:r>
            <a:r>
              <a:rPr lang="es-AR" dirty="0"/>
              <a:t> { </a:t>
            </a:r>
            <a:r>
              <a:rPr lang="es-AR" dirty="0" err="1"/>
              <a:t>RouterModule</a:t>
            </a:r>
            <a:r>
              <a:rPr lang="es-AR" dirty="0"/>
              <a:t> } </a:t>
            </a:r>
            <a:r>
              <a:rPr lang="es-AR" dirty="0" err="1"/>
              <a:t>from</a:t>
            </a:r>
            <a:r>
              <a:rPr lang="es-AR" dirty="0"/>
              <a:t> '@angular/</a:t>
            </a:r>
            <a:r>
              <a:rPr lang="es-AR" dirty="0" err="1"/>
              <a:t>router</a:t>
            </a:r>
            <a:r>
              <a:rPr lang="es-AR" dirty="0"/>
              <a:t>';</a:t>
            </a:r>
          </a:p>
          <a:p>
            <a:r>
              <a:rPr lang="es-ES" dirty="0" smtClean="0"/>
              <a:t>…</a:t>
            </a:r>
            <a:endParaRPr lang="es-ES" dirty="0"/>
          </a:p>
          <a:p>
            <a:endParaRPr lang="es-ES" dirty="0" smtClean="0"/>
          </a:p>
          <a:p>
            <a:pPr marL="285750" indent="-285750">
              <a:buFont typeface="Arial" pitchFamily="34" charset="0"/>
              <a:buChar char="•"/>
            </a:pPr>
            <a:r>
              <a:rPr lang="es-ES" dirty="0" smtClean="0"/>
              <a:t>Dentro de </a:t>
            </a:r>
            <a:r>
              <a:rPr lang="es-ES" dirty="0" err="1" smtClean="0"/>
              <a:t>import</a:t>
            </a:r>
            <a:r>
              <a:rPr lang="es-ES" dirty="0" smtClean="0"/>
              <a:t> agregamos lo siguiente:</a:t>
            </a:r>
          </a:p>
          <a:p>
            <a:r>
              <a:rPr lang="es-AR" dirty="0"/>
              <a:t/>
            </a:r>
            <a:br>
              <a:rPr lang="es-AR" dirty="0"/>
            </a:br>
            <a:r>
              <a:rPr lang="es-AR" dirty="0"/>
              <a:t>   </a:t>
            </a:r>
            <a:r>
              <a:rPr lang="es-AR" dirty="0" err="1"/>
              <a:t>imports</a:t>
            </a:r>
            <a:r>
              <a:rPr lang="es-AR" dirty="0"/>
              <a:t>: [</a:t>
            </a:r>
          </a:p>
          <a:p>
            <a:r>
              <a:rPr lang="es-AR" dirty="0"/>
              <a:t>    </a:t>
            </a:r>
            <a:r>
              <a:rPr lang="es-AR" dirty="0" err="1"/>
              <a:t>BrowserModule</a:t>
            </a:r>
            <a:r>
              <a:rPr lang="es-AR" dirty="0"/>
              <a:t>,</a:t>
            </a:r>
          </a:p>
          <a:p>
            <a:r>
              <a:rPr lang="es-AR" dirty="0"/>
              <a:t>    </a:t>
            </a:r>
            <a:r>
              <a:rPr lang="es-AR" dirty="0" err="1"/>
              <a:t>HttpClientModule</a:t>
            </a:r>
            <a:r>
              <a:rPr lang="es-AR" dirty="0"/>
              <a:t>,</a:t>
            </a:r>
          </a:p>
          <a:p>
            <a:r>
              <a:rPr lang="es-AR" dirty="0"/>
              <a:t>    </a:t>
            </a:r>
            <a:r>
              <a:rPr lang="es-AR" dirty="0" err="1"/>
              <a:t>FormsModule</a:t>
            </a:r>
            <a:r>
              <a:rPr lang="es-AR" dirty="0"/>
              <a:t>,</a:t>
            </a:r>
          </a:p>
          <a:p>
            <a:r>
              <a:rPr lang="es-AR" dirty="0"/>
              <a:t>    </a:t>
            </a:r>
            <a:r>
              <a:rPr lang="es-AR" dirty="0" err="1"/>
              <a:t>BrowserAnimationsModule</a:t>
            </a:r>
            <a:r>
              <a:rPr lang="es-AR" dirty="0"/>
              <a:t>, // </a:t>
            </a:r>
            <a:r>
              <a:rPr lang="es-AR" dirty="0" err="1"/>
              <a:t>required</a:t>
            </a:r>
            <a:r>
              <a:rPr lang="es-AR" dirty="0"/>
              <a:t> </a:t>
            </a:r>
            <a:r>
              <a:rPr lang="es-AR" dirty="0" err="1"/>
              <a:t>animations</a:t>
            </a:r>
            <a:r>
              <a:rPr lang="es-AR" dirty="0"/>
              <a:t> module </a:t>
            </a:r>
          </a:p>
          <a:p>
            <a:r>
              <a:rPr lang="es-AR" dirty="0"/>
              <a:t>    </a:t>
            </a:r>
            <a:r>
              <a:rPr lang="es-AR" dirty="0" err="1"/>
              <a:t>ToastrModule.forRoot</a:t>
            </a:r>
            <a:r>
              <a:rPr lang="es-AR" dirty="0"/>
              <a:t>(), // </a:t>
            </a:r>
            <a:r>
              <a:rPr lang="es-AR" dirty="0" err="1"/>
              <a:t>ToastrModule</a:t>
            </a:r>
            <a:r>
              <a:rPr lang="es-AR" dirty="0"/>
              <a:t> </a:t>
            </a:r>
            <a:r>
              <a:rPr lang="es-AR" dirty="0" err="1"/>
              <a:t>added</a:t>
            </a:r>
            <a:r>
              <a:rPr lang="es-AR" dirty="0"/>
              <a:t>      </a:t>
            </a:r>
          </a:p>
        </p:txBody>
      </p:sp>
    </p:spTree>
    <p:extLst>
      <p:ext uri="{BB962C8B-B14F-4D97-AF65-F5344CB8AC3E}">
        <p14:creationId xmlns:p14="http://schemas.microsoft.com/office/powerpoint/2010/main" val="1900228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Clase </a:t>
            </a:r>
            <a:r>
              <a:rPr lang="es-ES" sz="2400" b="1" dirty="0" err="1" smtClean="0">
                <a:latin typeface="Encode Sans" panose="020B0604020202020204"/>
                <a:ea typeface="Calibri" panose="020F0502020204030204" pitchFamily="34" charset="0"/>
              </a:rPr>
              <a:t>app.modules.ts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416320"/>
          </a:xfrm>
          <a:prstGeom prst="rect">
            <a:avLst/>
          </a:prstGeom>
        </p:spPr>
        <p:txBody>
          <a:bodyPr wrap="square">
            <a:spAutoFit/>
          </a:bodyPr>
          <a:lstStyle/>
          <a:p>
            <a:r>
              <a:rPr lang="es-AR" dirty="0"/>
              <a:t>    </a:t>
            </a:r>
            <a:r>
              <a:rPr lang="es-AR" dirty="0" smtClean="0"/>
              <a:t>  </a:t>
            </a:r>
            <a:r>
              <a:rPr lang="es-AR" dirty="0"/>
              <a:t> </a:t>
            </a:r>
            <a:r>
              <a:rPr lang="es-AR" dirty="0" err="1"/>
              <a:t>RouterModule.forRoot</a:t>
            </a:r>
            <a:r>
              <a:rPr lang="es-AR" dirty="0"/>
              <a:t>([</a:t>
            </a:r>
          </a:p>
          <a:p>
            <a:r>
              <a:rPr lang="es-AR" dirty="0"/>
              <a:t>      //archivo </a:t>
            </a:r>
            <a:r>
              <a:rPr lang="es-AR" dirty="0" err="1"/>
              <a:t>raiz</a:t>
            </a:r>
            <a:r>
              <a:rPr lang="es-AR" dirty="0"/>
              <a:t> y lista todos los usuarios</a:t>
            </a:r>
          </a:p>
          <a:p>
            <a:r>
              <a:rPr lang="es-AR" dirty="0"/>
              <a:t>      {</a:t>
            </a:r>
            <a:r>
              <a:rPr lang="es-AR" dirty="0" err="1"/>
              <a:t>path</a:t>
            </a:r>
            <a:r>
              <a:rPr lang="es-AR" dirty="0" smtClean="0"/>
              <a:t>:'listar', </a:t>
            </a:r>
            <a:r>
              <a:rPr lang="es-AR" dirty="0" err="1"/>
              <a:t>component</a:t>
            </a:r>
            <a:r>
              <a:rPr lang="es-AR" dirty="0"/>
              <a:t>: </a:t>
            </a:r>
            <a:r>
              <a:rPr lang="es-AR" dirty="0" err="1"/>
              <a:t>ListarUsuariosComponent</a:t>
            </a:r>
            <a:r>
              <a:rPr lang="es-AR" dirty="0"/>
              <a:t>},</a:t>
            </a:r>
          </a:p>
          <a:p>
            <a:r>
              <a:rPr lang="es-AR" dirty="0"/>
              <a:t>      //Permite ver un usuario seleccionado</a:t>
            </a:r>
          </a:p>
          <a:p>
            <a:r>
              <a:rPr lang="es-AR" dirty="0"/>
              <a:t>      {</a:t>
            </a:r>
            <a:r>
              <a:rPr lang="es-AR" dirty="0" err="1"/>
              <a:t>path</a:t>
            </a:r>
            <a:r>
              <a:rPr lang="es-AR" dirty="0"/>
              <a:t>:'detalle/:id', </a:t>
            </a:r>
            <a:r>
              <a:rPr lang="es-AR" dirty="0" err="1"/>
              <a:t>component:DetalleUsuarioComponent</a:t>
            </a:r>
            <a:r>
              <a:rPr lang="es-AR" dirty="0"/>
              <a:t>},</a:t>
            </a:r>
          </a:p>
          <a:p>
            <a:r>
              <a:rPr lang="es-AR" dirty="0"/>
              <a:t>      //Abre </a:t>
            </a:r>
            <a:r>
              <a:rPr lang="es-AR" dirty="0" err="1"/>
              <a:t>formularoi</a:t>
            </a:r>
            <a:r>
              <a:rPr lang="es-AR" dirty="0"/>
              <a:t> que permite dar de alta un usuario</a:t>
            </a:r>
          </a:p>
          <a:p>
            <a:r>
              <a:rPr lang="es-AR" dirty="0"/>
              <a:t>      {</a:t>
            </a:r>
            <a:r>
              <a:rPr lang="es-AR" dirty="0" err="1"/>
              <a:t>path</a:t>
            </a:r>
            <a:r>
              <a:rPr lang="es-AR" dirty="0"/>
              <a:t>:'nuevo', </a:t>
            </a:r>
            <a:r>
              <a:rPr lang="es-AR" dirty="0" err="1"/>
              <a:t>component:NuevoUsuarioComponent</a:t>
            </a:r>
            <a:r>
              <a:rPr lang="es-AR" dirty="0"/>
              <a:t>},</a:t>
            </a:r>
          </a:p>
          <a:p>
            <a:r>
              <a:rPr lang="es-AR" dirty="0"/>
              <a:t>      //Permite editar un usuario para modificar datos</a:t>
            </a:r>
          </a:p>
          <a:p>
            <a:r>
              <a:rPr lang="es-AR" dirty="0"/>
              <a:t>      {</a:t>
            </a:r>
            <a:r>
              <a:rPr lang="es-AR" dirty="0" err="1"/>
              <a:t>path</a:t>
            </a:r>
            <a:r>
              <a:rPr lang="es-AR" dirty="0"/>
              <a:t>:'editar/:id',</a:t>
            </a:r>
            <a:r>
              <a:rPr lang="es-AR" dirty="0" err="1"/>
              <a:t>component:EditarUsuarioComponent</a:t>
            </a:r>
            <a:r>
              <a:rPr lang="es-AR" dirty="0"/>
              <a:t>},</a:t>
            </a:r>
          </a:p>
          <a:p>
            <a:r>
              <a:rPr lang="es-AR" dirty="0"/>
              <a:t>      //Permite </a:t>
            </a:r>
            <a:r>
              <a:rPr lang="es-AR" dirty="0" err="1"/>
              <a:t>redirecionar</a:t>
            </a:r>
            <a:r>
              <a:rPr lang="es-AR" dirty="0"/>
              <a:t> a la ruta </a:t>
            </a:r>
            <a:r>
              <a:rPr lang="es-AR" dirty="0" err="1"/>
              <a:t>raiz</a:t>
            </a:r>
            <a:r>
              <a:rPr lang="es-AR" dirty="0"/>
              <a:t> por cualquier error y siempre debe de ir al final</a:t>
            </a:r>
          </a:p>
          <a:p>
            <a:r>
              <a:rPr lang="es-AR" dirty="0"/>
              <a:t>      {</a:t>
            </a:r>
            <a:r>
              <a:rPr lang="es-AR" dirty="0" err="1"/>
              <a:t>path</a:t>
            </a:r>
            <a:r>
              <a:rPr lang="es-AR" dirty="0" smtClean="0"/>
              <a:t>:‘**',</a:t>
            </a:r>
            <a:r>
              <a:rPr lang="es-AR" dirty="0" err="1"/>
              <a:t>redirectTo</a:t>
            </a:r>
            <a:r>
              <a:rPr lang="es-AR" dirty="0"/>
              <a:t>:'/listar',</a:t>
            </a:r>
            <a:r>
              <a:rPr lang="es-AR" dirty="0" err="1"/>
              <a:t>pathMatch</a:t>
            </a:r>
            <a:r>
              <a:rPr lang="es-AR" dirty="0"/>
              <a:t>:'full</a:t>
            </a:r>
            <a:r>
              <a:rPr lang="es-AR" dirty="0" smtClean="0"/>
              <a:t>'}</a:t>
            </a:r>
            <a:endParaRPr lang="es-AR" dirty="0"/>
          </a:p>
          <a:p>
            <a:r>
              <a:rPr lang="es-AR" dirty="0"/>
              <a:t>    </a:t>
            </a:r>
            <a:r>
              <a:rPr lang="es-AR" dirty="0" smtClean="0"/>
              <a:t>    ]),</a:t>
            </a:r>
            <a:endParaRPr lang="es-AR" dirty="0"/>
          </a:p>
        </p:txBody>
      </p:sp>
    </p:spTree>
    <p:extLst>
      <p:ext uri="{BB962C8B-B14F-4D97-AF65-F5344CB8AC3E}">
        <p14:creationId xmlns:p14="http://schemas.microsoft.com/office/powerpoint/2010/main" val="2270739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Diseñando tablas y formularios para el usuario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13834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Menú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3296223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Archivo app.component.html - Menú</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a:t>C</a:t>
            </a:r>
            <a:r>
              <a:rPr lang="es-ES" dirty="0" smtClean="0"/>
              <a:t>omenzamos por diseñar nuestra vista para mostrar la lista de usuarios, para ello buscamos dentro de </a:t>
            </a:r>
            <a:r>
              <a:rPr lang="es-ES" dirty="0" err="1" smtClean="0"/>
              <a:t>bootstrap</a:t>
            </a:r>
            <a:r>
              <a:rPr lang="es-ES" dirty="0" smtClean="0"/>
              <a:t> una tabla en done e mostrara el listado de usuarios de nuestra tabla usuarios así como agregamos los botones necesarios para poder listar, crear, modificar, eliminar un usuario así como para poder ver en detalle demás información del mismo.</a:t>
            </a:r>
          </a:p>
          <a:p>
            <a:pPr marL="285750" indent="-285750">
              <a:buFont typeface="Arial" pitchFamily="34" charset="0"/>
              <a:buChar char="•"/>
            </a:pPr>
            <a:endParaRPr lang="es-ES" dirty="0"/>
          </a:p>
          <a:p>
            <a:pPr marL="285750" indent="-285750">
              <a:buFont typeface="Arial" pitchFamily="34" charset="0"/>
              <a:buChar char="•"/>
            </a:pPr>
            <a:r>
              <a:rPr lang="es-ES" dirty="0" smtClean="0"/>
              <a:t>El menú se lo representara sobre un control </a:t>
            </a:r>
            <a:r>
              <a:rPr lang="es-ES" dirty="0" err="1" smtClean="0"/>
              <a:t>navbar</a:t>
            </a:r>
            <a:r>
              <a:rPr lang="es-ES" dirty="0" smtClean="0"/>
              <a:t> con dos opciones que serán listar y nuevo usuario. El código ira dentro de nuestro archivo app.component.html, como se lo plantea el siguiente código.</a:t>
            </a:r>
            <a:r>
              <a:rPr lang="es-AR" dirty="0"/>
              <a:t>  </a:t>
            </a:r>
            <a:endParaRPr lang="es-AR" dirty="0" smtClean="0"/>
          </a:p>
          <a:p>
            <a:pPr marL="285750" indent="-285750">
              <a:buFont typeface="Arial" pitchFamily="34" charset="0"/>
              <a:buChar char="•"/>
            </a:pPr>
            <a:endParaRPr lang="es-AR" dirty="0" smtClean="0"/>
          </a:p>
          <a:p>
            <a:r>
              <a:rPr lang="es-AR" dirty="0"/>
              <a:t>&lt;</a:t>
            </a:r>
            <a:r>
              <a:rPr lang="es-AR" dirty="0" err="1"/>
              <a:t>nav</a:t>
            </a:r>
            <a:r>
              <a:rPr lang="es-AR" dirty="0"/>
              <a:t> </a:t>
            </a:r>
            <a:r>
              <a:rPr lang="es-AR" dirty="0" err="1"/>
              <a:t>class</a:t>
            </a:r>
            <a:r>
              <a:rPr lang="es-AR" dirty="0"/>
              <a:t>="</a:t>
            </a:r>
            <a:r>
              <a:rPr lang="es-AR" dirty="0" err="1"/>
              <a:t>navbar</a:t>
            </a:r>
            <a:r>
              <a:rPr lang="es-AR" dirty="0"/>
              <a:t> </a:t>
            </a:r>
            <a:r>
              <a:rPr lang="es-AR" dirty="0" err="1"/>
              <a:t>navbar-expand-lg</a:t>
            </a:r>
            <a:r>
              <a:rPr lang="es-AR" dirty="0"/>
              <a:t> </a:t>
            </a:r>
            <a:r>
              <a:rPr lang="es-AR" dirty="0" err="1"/>
              <a:t>navbar-dark</a:t>
            </a:r>
            <a:r>
              <a:rPr lang="es-AR" dirty="0"/>
              <a:t> </a:t>
            </a:r>
            <a:r>
              <a:rPr lang="es-AR" dirty="0" err="1"/>
              <a:t>bg-dark</a:t>
            </a:r>
            <a:r>
              <a:rPr lang="es-AR" dirty="0"/>
              <a:t>"&gt;</a:t>
            </a:r>
          </a:p>
          <a:p>
            <a:r>
              <a:rPr lang="es-AR" dirty="0"/>
              <a:t>    &lt;div </a:t>
            </a:r>
            <a:r>
              <a:rPr lang="es-AR" dirty="0" err="1"/>
              <a:t>class</a:t>
            </a:r>
            <a:r>
              <a:rPr lang="es-AR" dirty="0"/>
              <a:t>="</a:t>
            </a:r>
            <a:r>
              <a:rPr lang="es-AR" dirty="0" err="1"/>
              <a:t>container</a:t>
            </a:r>
            <a:r>
              <a:rPr lang="es-AR" dirty="0"/>
              <a:t>-fluid"&gt;</a:t>
            </a:r>
          </a:p>
          <a:p>
            <a:r>
              <a:rPr lang="es-AR" dirty="0"/>
              <a:t>      &lt;a </a:t>
            </a:r>
            <a:r>
              <a:rPr lang="es-AR" dirty="0" err="1"/>
              <a:t>class</a:t>
            </a:r>
            <a:r>
              <a:rPr lang="es-AR" dirty="0"/>
              <a:t>="</a:t>
            </a:r>
            <a:r>
              <a:rPr lang="es-AR" dirty="0" err="1"/>
              <a:t>navbar-brand</a:t>
            </a:r>
            <a:r>
              <a:rPr lang="es-AR" dirty="0"/>
              <a:t>" </a:t>
            </a:r>
            <a:r>
              <a:rPr lang="es-AR" dirty="0" err="1"/>
              <a:t>href</a:t>
            </a:r>
            <a:r>
              <a:rPr lang="es-AR" dirty="0"/>
              <a:t>="#"&gt;</a:t>
            </a:r>
            <a:r>
              <a:rPr lang="es-AR" dirty="0" err="1"/>
              <a:t>Navbar</a:t>
            </a:r>
            <a:r>
              <a:rPr lang="es-AR" dirty="0"/>
              <a:t>&lt;/a&gt;</a:t>
            </a:r>
          </a:p>
          <a:p>
            <a:r>
              <a:rPr lang="es-AR" dirty="0"/>
              <a:t>      &lt;</a:t>
            </a:r>
            <a:r>
              <a:rPr lang="es-AR" dirty="0" err="1"/>
              <a:t>button</a:t>
            </a:r>
            <a:r>
              <a:rPr lang="es-AR" dirty="0"/>
              <a:t> </a:t>
            </a:r>
            <a:r>
              <a:rPr lang="es-AR" dirty="0" err="1"/>
              <a:t>class</a:t>
            </a:r>
            <a:r>
              <a:rPr lang="es-AR" dirty="0"/>
              <a:t>="</a:t>
            </a:r>
            <a:r>
              <a:rPr lang="es-AR" dirty="0" err="1"/>
              <a:t>navbar-toggler</a:t>
            </a:r>
            <a:r>
              <a:rPr lang="es-AR" dirty="0"/>
              <a:t>" </a:t>
            </a:r>
            <a:r>
              <a:rPr lang="es-AR" dirty="0" err="1"/>
              <a:t>type</a:t>
            </a:r>
            <a:r>
              <a:rPr lang="es-AR" dirty="0"/>
              <a:t>="</a:t>
            </a:r>
            <a:r>
              <a:rPr lang="es-AR" dirty="0" err="1"/>
              <a:t>button</a:t>
            </a:r>
            <a:r>
              <a:rPr lang="es-AR" dirty="0"/>
              <a:t>" data-bs-</a:t>
            </a:r>
            <a:r>
              <a:rPr lang="es-AR" dirty="0" err="1"/>
              <a:t>toggle</a:t>
            </a:r>
            <a:r>
              <a:rPr lang="es-AR" dirty="0"/>
              <a:t>="</a:t>
            </a:r>
            <a:r>
              <a:rPr lang="es-AR" dirty="0" err="1"/>
              <a:t>collapse</a:t>
            </a:r>
            <a:r>
              <a:rPr lang="es-AR" dirty="0"/>
              <a:t>" data-bs-target="#</a:t>
            </a:r>
            <a:r>
              <a:rPr lang="es-AR" dirty="0" err="1"/>
              <a:t>navbarNav</a:t>
            </a:r>
            <a:r>
              <a:rPr lang="es-AR" dirty="0"/>
              <a:t>" aria-</a:t>
            </a:r>
            <a:r>
              <a:rPr lang="es-AR" dirty="0" err="1"/>
              <a:t>controls</a:t>
            </a:r>
            <a:r>
              <a:rPr lang="es-AR" dirty="0"/>
              <a:t>="</a:t>
            </a:r>
            <a:r>
              <a:rPr lang="es-AR" dirty="0" err="1"/>
              <a:t>navbarNav</a:t>
            </a:r>
            <a:r>
              <a:rPr lang="es-AR" dirty="0"/>
              <a:t>" aria-</a:t>
            </a:r>
            <a:r>
              <a:rPr lang="es-AR" dirty="0" err="1"/>
              <a:t>expanded</a:t>
            </a:r>
            <a:r>
              <a:rPr lang="es-AR" dirty="0"/>
              <a:t>="false" aria-</a:t>
            </a:r>
            <a:r>
              <a:rPr lang="es-AR" dirty="0" err="1"/>
              <a:t>label</a:t>
            </a:r>
            <a:r>
              <a:rPr lang="es-AR" dirty="0"/>
              <a:t>="</a:t>
            </a:r>
            <a:r>
              <a:rPr lang="es-AR" dirty="0" err="1"/>
              <a:t>Toggle</a:t>
            </a:r>
            <a:r>
              <a:rPr lang="es-AR" dirty="0"/>
              <a:t> </a:t>
            </a:r>
            <a:r>
              <a:rPr lang="es-AR" dirty="0" err="1"/>
              <a:t>navigation</a:t>
            </a:r>
            <a:r>
              <a:rPr lang="es-AR" dirty="0"/>
              <a:t>"&gt;</a:t>
            </a:r>
          </a:p>
          <a:p>
            <a:r>
              <a:rPr lang="es-AR" dirty="0"/>
              <a:t>        &lt;</a:t>
            </a:r>
            <a:r>
              <a:rPr lang="es-AR" dirty="0" err="1"/>
              <a:t>span</a:t>
            </a:r>
            <a:r>
              <a:rPr lang="es-AR" dirty="0"/>
              <a:t> </a:t>
            </a:r>
            <a:r>
              <a:rPr lang="es-AR" dirty="0" err="1"/>
              <a:t>class</a:t>
            </a:r>
            <a:r>
              <a:rPr lang="es-AR" dirty="0"/>
              <a:t>="</a:t>
            </a:r>
            <a:r>
              <a:rPr lang="es-AR" dirty="0" err="1"/>
              <a:t>navbar-toggler-icon</a:t>
            </a:r>
            <a:r>
              <a:rPr lang="es-AR" dirty="0"/>
              <a:t>"&gt;&lt;/</a:t>
            </a:r>
            <a:r>
              <a:rPr lang="es-AR" dirty="0" err="1"/>
              <a:t>span</a:t>
            </a:r>
            <a:r>
              <a:rPr lang="es-AR" dirty="0"/>
              <a:t>&gt;</a:t>
            </a:r>
          </a:p>
          <a:p>
            <a:r>
              <a:rPr lang="es-AR" dirty="0"/>
              <a:t>      &lt;/</a:t>
            </a:r>
            <a:r>
              <a:rPr lang="es-AR" dirty="0" err="1"/>
              <a:t>button</a:t>
            </a:r>
            <a:r>
              <a:rPr lang="es-AR" dirty="0" smtClean="0"/>
              <a:t>&gt;</a:t>
            </a:r>
            <a:endParaRPr lang="es-AR" dirty="0"/>
          </a:p>
        </p:txBody>
      </p:sp>
    </p:spTree>
    <p:extLst>
      <p:ext uri="{BB962C8B-B14F-4D97-AF65-F5344CB8AC3E}">
        <p14:creationId xmlns:p14="http://schemas.microsoft.com/office/powerpoint/2010/main" val="3945773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app.component.html - Menú</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r>
              <a:rPr lang="es-AR" dirty="0"/>
              <a:t>           &lt;div </a:t>
            </a:r>
            <a:r>
              <a:rPr lang="es-AR" dirty="0" err="1"/>
              <a:t>class</a:t>
            </a:r>
            <a:r>
              <a:rPr lang="es-AR" dirty="0"/>
              <a:t>="</a:t>
            </a:r>
            <a:r>
              <a:rPr lang="es-AR" dirty="0" err="1"/>
              <a:t>collapse</a:t>
            </a:r>
            <a:r>
              <a:rPr lang="es-AR" dirty="0"/>
              <a:t> </a:t>
            </a:r>
            <a:r>
              <a:rPr lang="es-AR" dirty="0" err="1"/>
              <a:t>navbar-collapse</a:t>
            </a:r>
            <a:r>
              <a:rPr lang="es-AR" dirty="0"/>
              <a:t>" </a:t>
            </a:r>
            <a:r>
              <a:rPr lang="es-AR" dirty="0" err="1"/>
              <a:t>style</a:t>
            </a:r>
            <a:r>
              <a:rPr lang="es-AR" dirty="0"/>
              <a:t>="</a:t>
            </a:r>
            <a:r>
              <a:rPr lang="es-AR" dirty="0" err="1"/>
              <a:t>margin-left</a:t>
            </a:r>
            <a:r>
              <a:rPr lang="es-AR" dirty="0"/>
              <a:t>: 75%;" id="</a:t>
            </a:r>
            <a:r>
              <a:rPr lang="es-AR" dirty="0" err="1"/>
              <a:t>navbarNav</a:t>
            </a:r>
            <a:r>
              <a:rPr lang="es-AR" dirty="0"/>
              <a:t>"&gt;</a:t>
            </a:r>
          </a:p>
          <a:p>
            <a:r>
              <a:rPr lang="es-AR" dirty="0"/>
              <a:t>        &lt;</a:t>
            </a:r>
            <a:r>
              <a:rPr lang="es-AR" dirty="0" err="1"/>
              <a:t>ul</a:t>
            </a:r>
            <a:r>
              <a:rPr lang="es-AR" dirty="0"/>
              <a:t> </a:t>
            </a:r>
            <a:r>
              <a:rPr lang="es-AR" dirty="0" err="1"/>
              <a:t>class</a:t>
            </a:r>
            <a:r>
              <a:rPr lang="es-AR" dirty="0"/>
              <a:t>="</a:t>
            </a:r>
            <a:r>
              <a:rPr lang="es-AR" dirty="0" err="1"/>
              <a:t>navbar-nav</a:t>
            </a:r>
            <a:r>
              <a:rPr lang="es-AR" dirty="0"/>
              <a:t>"&gt;</a:t>
            </a:r>
          </a:p>
          <a:p>
            <a:r>
              <a:rPr lang="es-AR" dirty="0"/>
              <a:t>          &lt;li </a:t>
            </a:r>
            <a:r>
              <a:rPr lang="es-AR" dirty="0" err="1"/>
              <a:t>class</a:t>
            </a:r>
            <a:r>
              <a:rPr lang="es-AR" dirty="0"/>
              <a:t>="</a:t>
            </a:r>
            <a:r>
              <a:rPr lang="es-AR" dirty="0" err="1"/>
              <a:t>nav-item</a:t>
            </a:r>
            <a:r>
              <a:rPr lang="es-AR" dirty="0"/>
              <a:t>"&gt;</a:t>
            </a:r>
          </a:p>
          <a:p>
            <a:r>
              <a:rPr lang="es-AR" dirty="0"/>
              <a:t>            &lt;a </a:t>
            </a:r>
            <a:r>
              <a:rPr lang="es-AR" dirty="0" err="1"/>
              <a:t>class</a:t>
            </a:r>
            <a:r>
              <a:rPr lang="es-AR" dirty="0"/>
              <a:t>="</a:t>
            </a:r>
            <a:r>
              <a:rPr lang="es-AR" dirty="0" err="1"/>
              <a:t>nav</a:t>
            </a:r>
            <a:r>
              <a:rPr lang="es-AR" dirty="0"/>
              <a:t>-link" </a:t>
            </a:r>
            <a:r>
              <a:rPr lang="es-AR" dirty="0" err="1"/>
              <a:t>routerLink</a:t>
            </a:r>
            <a:r>
              <a:rPr lang="es-AR" dirty="0"/>
              <a:t>="/listar" </a:t>
            </a:r>
            <a:r>
              <a:rPr lang="es-AR" dirty="0" err="1"/>
              <a:t>routerLinkActive</a:t>
            </a:r>
            <a:r>
              <a:rPr lang="es-AR" dirty="0"/>
              <a:t>="</a:t>
            </a:r>
            <a:r>
              <a:rPr lang="es-AR" dirty="0" err="1"/>
              <a:t>activebutton</a:t>
            </a:r>
            <a:r>
              <a:rPr lang="es-AR" dirty="0"/>
              <a:t>"&gt;&lt;i </a:t>
            </a:r>
            <a:r>
              <a:rPr lang="es-AR" dirty="0" err="1"/>
              <a:t>class</a:t>
            </a:r>
            <a:r>
              <a:rPr lang="es-AR" dirty="0"/>
              <a:t>="fa-</a:t>
            </a:r>
            <a:r>
              <a:rPr lang="es-AR" dirty="0" err="1"/>
              <a:t>solid</a:t>
            </a:r>
            <a:r>
              <a:rPr lang="es-AR" dirty="0"/>
              <a:t> fa-</a:t>
            </a:r>
            <a:r>
              <a:rPr lang="es-AR" dirty="0" err="1"/>
              <a:t>list</a:t>
            </a:r>
            <a:r>
              <a:rPr lang="es-AR" dirty="0"/>
              <a:t>"&gt;&lt;/i&gt; Lista&lt;/a</a:t>
            </a:r>
            <a:r>
              <a:rPr lang="es-AR" dirty="0" smtClean="0"/>
              <a:t>&gt;&lt;/</a:t>
            </a:r>
            <a:r>
              <a:rPr lang="es-AR" dirty="0"/>
              <a:t>li&gt;</a:t>
            </a:r>
          </a:p>
          <a:p>
            <a:r>
              <a:rPr lang="es-AR" dirty="0"/>
              <a:t>          &lt;li </a:t>
            </a:r>
            <a:r>
              <a:rPr lang="es-AR" dirty="0" err="1"/>
              <a:t>class</a:t>
            </a:r>
            <a:r>
              <a:rPr lang="es-AR" dirty="0"/>
              <a:t>="</a:t>
            </a:r>
            <a:r>
              <a:rPr lang="es-AR" dirty="0" err="1"/>
              <a:t>nav-item</a:t>
            </a:r>
            <a:r>
              <a:rPr lang="es-AR" dirty="0"/>
              <a:t>"&gt;</a:t>
            </a:r>
          </a:p>
          <a:p>
            <a:r>
              <a:rPr lang="es-AR" dirty="0"/>
              <a:t>            &lt;a </a:t>
            </a:r>
            <a:r>
              <a:rPr lang="es-AR" dirty="0" err="1"/>
              <a:t>class</a:t>
            </a:r>
            <a:r>
              <a:rPr lang="es-AR" dirty="0"/>
              <a:t>="</a:t>
            </a:r>
            <a:r>
              <a:rPr lang="es-AR" dirty="0" err="1"/>
              <a:t>nav</a:t>
            </a:r>
            <a:r>
              <a:rPr lang="es-AR" dirty="0"/>
              <a:t>-link" </a:t>
            </a:r>
            <a:r>
              <a:rPr lang="es-AR" dirty="0" err="1"/>
              <a:t>routerLink</a:t>
            </a:r>
            <a:r>
              <a:rPr lang="es-AR" dirty="0"/>
              <a:t>="/nuevo" </a:t>
            </a:r>
            <a:r>
              <a:rPr lang="es-AR" dirty="0" err="1"/>
              <a:t>routerLinkActive</a:t>
            </a:r>
            <a:r>
              <a:rPr lang="es-AR" dirty="0"/>
              <a:t>="</a:t>
            </a:r>
            <a:r>
              <a:rPr lang="es-AR" dirty="0" err="1"/>
              <a:t>activebutton</a:t>
            </a:r>
            <a:r>
              <a:rPr lang="es-AR" dirty="0"/>
              <a:t>"&gt;&lt;i </a:t>
            </a:r>
            <a:r>
              <a:rPr lang="es-AR" dirty="0" err="1"/>
              <a:t>class</a:t>
            </a:r>
            <a:r>
              <a:rPr lang="es-AR" dirty="0"/>
              <a:t>="fa-</a:t>
            </a:r>
            <a:r>
              <a:rPr lang="es-AR" dirty="0" err="1"/>
              <a:t>solid</a:t>
            </a:r>
            <a:r>
              <a:rPr lang="es-AR" dirty="0"/>
              <a:t> fa-</a:t>
            </a:r>
            <a:r>
              <a:rPr lang="es-AR" dirty="0" err="1"/>
              <a:t>user</a:t>
            </a:r>
            <a:r>
              <a:rPr lang="es-AR" dirty="0"/>
              <a:t>-plus"&gt;&lt;/i&gt; Nuevo usuario&lt;/a&gt;</a:t>
            </a:r>
          </a:p>
          <a:p>
            <a:r>
              <a:rPr lang="es-AR" dirty="0"/>
              <a:t>          &lt;/li</a:t>
            </a:r>
            <a:r>
              <a:rPr lang="es-AR" dirty="0" smtClean="0"/>
              <a:t>&gt;</a:t>
            </a:r>
            <a:r>
              <a:rPr lang="es-AR" dirty="0"/>
              <a:t>        &lt;/</a:t>
            </a:r>
            <a:r>
              <a:rPr lang="es-AR" dirty="0" err="1"/>
              <a:t>ul</a:t>
            </a:r>
            <a:r>
              <a:rPr lang="es-AR" dirty="0"/>
              <a:t>&gt;</a:t>
            </a:r>
          </a:p>
          <a:p>
            <a:r>
              <a:rPr lang="es-AR" dirty="0"/>
              <a:t>      &lt;/div</a:t>
            </a:r>
            <a:r>
              <a:rPr lang="es-AR" dirty="0" smtClean="0"/>
              <a:t>&gt; </a:t>
            </a:r>
            <a:r>
              <a:rPr lang="es-AR" dirty="0"/>
              <a:t>    &lt;/div&gt;</a:t>
            </a:r>
          </a:p>
          <a:p>
            <a:r>
              <a:rPr lang="es-AR" dirty="0"/>
              <a:t>  &lt;/</a:t>
            </a:r>
            <a:r>
              <a:rPr lang="es-AR" dirty="0" err="1"/>
              <a:t>nav</a:t>
            </a:r>
            <a:r>
              <a:rPr lang="es-AR" dirty="0" smtClean="0"/>
              <a:t>&gt; </a:t>
            </a:r>
            <a:endParaRPr lang="es-AR" dirty="0"/>
          </a:p>
          <a:p>
            <a:r>
              <a:rPr lang="es-ES" dirty="0"/>
              <a:t>&lt;!--Línea de código que nos sirve para poder </a:t>
            </a:r>
            <a:r>
              <a:rPr lang="es-ES" dirty="0" err="1"/>
              <a:t>rotear</a:t>
            </a:r>
            <a:r>
              <a:rPr lang="es-ES" dirty="0"/>
              <a:t> la información de los distintos componentes en la parte inferior del </a:t>
            </a:r>
            <a:r>
              <a:rPr lang="es-ES" dirty="0" err="1"/>
              <a:t>nav</a:t>
            </a:r>
            <a:r>
              <a:rPr lang="es-ES" dirty="0"/>
              <a:t>-</a:t>
            </a:r>
            <a:r>
              <a:rPr lang="es-ES" dirty="0" smtClean="0"/>
              <a:t>-&gt;</a:t>
            </a:r>
            <a:r>
              <a:rPr lang="es-AR" dirty="0"/>
              <a:t/>
            </a:r>
            <a:br>
              <a:rPr lang="es-AR" dirty="0"/>
            </a:br>
            <a:r>
              <a:rPr lang="es-AR" dirty="0"/>
              <a:t>  &lt;</a:t>
            </a:r>
            <a:r>
              <a:rPr lang="es-AR" dirty="0" err="1"/>
              <a:t>router-outlet</a:t>
            </a:r>
            <a:r>
              <a:rPr lang="es-AR" dirty="0"/>
              <a:t>&gt;&lt;/</a:t>
            </a:r>
            <a:r>
              <a:rPr lang="es-AR" dirty="0" err="1"/>
              <a:t>router-outlet</a:t>
            </a:r>
            <a:r>
              <a:rPr lang="es-AR" dirty="0" smtClean="0"/>
              <a:t>&gt;</a:t>
            </a:r>
            <a:endParaRPr lang="es-AR" dirty="0"/>
          </a:p>
        </p:txBody>
      </p:sp>
    </p:spTree>
    <p:extLst>
      <p:ext uri="{BB962C8B-B14F-4D97-AF65-F5344CB8AC3E}">
        <p14:creationId xmlns:p14="http://schemas.microsoft.com/office/powerpoint/2010/main" val="36208808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Código de listar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428748613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Tabla de listar usuarios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El código del listar viene dado de la siguiente manera, dentro de nuestro archivo listar-</a:t>
            </a:r>
            <a:r>
              <a:rPr lang="es-ES" dirty="0" err="1" smtClean="0"/>
              <a:t>usuarios.component.ts</a:t>
            </a:r>
            <a:r>
              <a:rPr lang="es-ES" dirty="0" smtClean="0"/>
              <a:t> tenemos el siguientes códigos:</a:t>
            </a:r>
          </a:p>
          <a:p>
            <a:pPr marL="285750" indent="-285750">
              <a:buFont typeface="Arial" pitchFamily="34" charset="0"/>
              <a:buChar char="•"/>
            </a:pPr>
            <a:endParaRPr lang="es-ES" dirty="0"/>
          </a:p>
          <a:p>
            <a:r>
              <a:rPr lang="es-AR" dirty="0" err="1"/>
              <a:t>import</a:t>
            </a:r>
            <a:r>
              <a:rPr lang="es-AR" dirty="0"/>
              <a:t> { </a:t>
            </a:r>
            <a:r>
              <a:rPr lang="es-AR" dirty="0" err="1"/>
              <a:t>Component</a:t>
            </a:r>
            <a:r>
              <a:rPr lang="es-AR" dirty="0"/>
              <a:t>, </a:t>
            </a:r>
            <a:r>
              <a:rPr lang="es-AR" dirty="0" err="1"/>
              <a:t>OnInit</a:t>
            </a:r>
            <a:r>
              <a:rPr lang="es-AR" dirty="0"/>
              <a:t> } </a:t>
            </a:r>
            <a:r>
              <a:rPr lang="es-AR" dirty="0" err="1"/>
              <a:t>from</a:t>
            </a:r>
            <a:r>
              <a:rPr lang="es-AR" dirty="0"/>
              <a:t> '@angular/</a:t>
            </a:r>
            <a:r>
              <a:rPr lang="es-AR" dirty="0" err="1"/>
              <a:t>core</a:t>
            </a:r>
            <a:r>
              <a:rPr lang="es-AR" dirty="0"/>
              <a:t>';</a:t>
            </a:r>
          </a:p>
          <a:p>
            <a:r>
              <a:rPr lang="es-AR" dirty="0" err="1"/>
              <a:t>import</a:t>
            </a:r>
            <a:r>
              <a:rPr lang="es-AR" dirty="0"/>
              <a:t> { Usuarios } </a:t>
            </a:r>
            <a:r>
              <a:rPr lang="es-AR" dirty="0" err="1"/>
              <a:t>from</a:t>
            </a:r>
            <a:r>
              <a:rPr lang="es-AR" dirty="0"/>
              <a:t> '../</a:t>
            </a:r>
            <a:r>
              <a:rPr lang="es-AR" dirty="0" err="1"/>
              <a:t>models</a:t>
            </a:r>
            <a:r>
              <a:rPr lang="es-AR" dirty="0"/>
              <a:t>/usuarios';</a:t>
            </a:r>
          </a:p>
          <a:p>
            <a:r>
              <a:rPr lang="es-AR" dirty="0" err="1"/>
              <a:t>import</a:t>
            </a:r>
            <a:r>
              <a:rPr lang="es-AR" dirty="0"/>
              <a:t> { </a:t>
            </a:r>
            <a:r>
              <a:rPr lang="es-AR" dirty="0" err="1"/>
              <a:t>UsuarioService</a:t>
            </a:r>
            <a:r>
              <a:rPr lang="es-AR" dirty="0"/>
              <a:t> } </a:t>
            </a:r>
            <a:r>
              <a:rPr lang="es-AR" dirty="0" err="1"/>
              <a:t>from</a:t>
            </a:r>
            <a:r>
              <a:rPr lang="es-AR" dirty="0"/>
              <a:t> '../</a:t>
            </a:r>
            <a:r>
              <a:rPr lang="es-AR" dirty="0" err="1"/>
              <a:t>service</a:t>
            </a:r>
            <a:r>
              <a:rPr lang="es-AR" dirty="0"/>
              <a:t>/</a:t>
            </a:r>
            <a:r>
              <a:rPr lang="es-AR" dirty="0" err="1"/>
              <a:t>usuario.service</a:t>
            </a:r>
            <a:r>
              <a:rPr lang="es-AR" dirty="0"/>
              <a:t>';</a:t>
            </a:r>
          </a:p>
          <a:p>
            <a:r>
              <a:rPr lang="es-AR" dirty="0"/>
              <a:t/>
            </a:r>
            <a:br>
              <a:rPr lang="es-AR" dirty="0"/>
            </a:br>
            <a:r>
              <a:rPr lang="es-AR" dirty="0"/>
              <a:t>@</a:t>
            </a:r>
            <a:r>
              <a:rPr lang="es-AR" dirty="0" err="1"/>
              <a:t>Component</a:t>
            </a:r>
            <a:r>
              <a:rPr lang="es-AR" dirty="0"/>
              <a:t>({</a:t>
            </a:r>
          </a:p>
          <a:p>
            <a:r>
              <a:rPr lang="es-AR" dirty="0"/>
              <a:t>  selector: '</a:t>
            </a:r>
            <a:r>
              <a:rPr lang="es-AR" dirty="0" err="1"/>
              <a:t>app</a:t>
            </a:r>
            <a:r>
              <a:rPr lang="es-AR" dirty="0"/>
              <a:t>-listar-usuarios',</a:t>
            </a:r>
          </a:p>
          <a:p>
            <a:r>
              <a:rPr lang="es-AR" dirty="0"/>
              <a:t>  </a:t>
            </a:r>
            <a:r>
              <a:rPr lang="es-AR" dirty="0" err="1"/>
              <a:t>templateUrl</a:t>
            </a:r>
            <a:r>
              <a:rPr lang="es-AR" dirty="0"/>
              <a:t>: './listar-usuarios.component.html',</a:t>
            </a:r>
          </a:p>
          <a:p>
            <a:r>
              <a:rPr lang="es-AR" dirty="0"/>
              <a:t>  </a:t>
            </a:r>
            <a:r>
              <a:rPr lang="es-AR" dirty="0" err="1"/>
              <a:t>styleUrls</a:t>
            </a:r>
            <a:r>
              <a:rPr lang="es-AR" dirty="0"/>
              <a:t>: ['./listar-usuarios.component.css']</a:t>
            </a:r>
          </a:p>
          <a:p>
            <a:r>
              <a:rPr lang="es-AR" dirty="0"/>
              <a:t>})</a:t>
            </a:r>
          </a:p>
          <a:p>
            <a:r>
              <a:rPr lang="es-AR" dirty="0" err="1"/>
              <a:t>export</a:t>
            </a:r>
            <a:r>
              <a:rPr lang="es-AR" dirty="0"/>
              <a:t> </a:t>
            </a:r>
            <a:r>
              <a:rPr lang="es-AR" dirty="0" err="1"/>
              <a:t>class</a:t>
            </a:r>
            <a:r>
              <a:rPr lang="es-AR" dirty="0"/>
              <a:t> </a:t>
            </a:r>
            <a:r>
              <a:rPr lang="es-AR" dirty="0" err="1"/>
              <a:t>ListarUsuariosComponent</a:t>
            </a:r>
            <a:r>
              <a:rPr lang="es-AR" dirty="0"/>
              <a:t> </a:t>
            </a:r>
            <a:r>
              <a:rPr lang="es-AR" dirty="0" err="1"/>
              <a:t>implements</a:t>
            </a:r>
            <a:r>
              <a:rPr lang="es-AR" dirty="0"/>
              <a:t> </a:t>
            </a:r>
            <a:r>
              <a:rPr lang="es-AR" dirty="0" err="1"/>
              <a:t>OnInit</a:t>
            </a:r>
            <a:r>
              <a:rPr lang="es-AR" dirty="0"/>
              <a:t> {</a:t>
            </a:r>
          </a:p>
          <a:p>
            <a:r>
              <a:rPr lang="es-AR" dirty="0"/>
              <a:t/>
            </a:r>
            <a:br>
              <a:rPr lang="es-AR" dirty="0"/>
            </a:br>
            <a:r>
              <a:rPr lang="es-AR" dirty="0"/>
              <a:t>  </a:t>
            </a:r>
            <a:r>
              <a:rPr lang="es-AR" dirty="0" err="1"/>
              <a:t>lsUsuarios:Usuarios</a:t>
            </a:r>
            <a:r>
              <a:rPr lang="es-AR" dirty="0" smtClean="0"/>
              <a:t>[]=[];</a:t>
            </a:r>
            <a:endParaRPr lang="es-AR" dirty="0"/>
          </a:p>
        </p:txBody>
      </p:sp>
    </p:spTree>
    <p:extLst>
      <p:ext uri="{BB962C8B-B14F-4D97-AF65-F5344CB8AC3E}">
        <p14:creationId xmlns:p14="http://schemas.microsoft.com/office/powerpoint/2010/main" val="122784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Tabla de listar usuarios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a:t>  constructor(</a:t>
            </a:r>
            <a:r>
              <a:rPr lang="es-AR" dirty="0" err="1"/>
              <a:t>private</a:t>
            </a:r>
            <a:r>
              <a:rPr lang="es-AR" dirty="0"/>
              <a:t> </a:t>
            </a:r>
            <a:r>
              <a:rPr lang="es-AR" dirty="0" err="1"/>
              <a:t>usuarioService</a:t>
            </a:r>
            <a:r>
              <a:rPr lang="es-AR" dirty="0"/>
              <a:t>: </a:t>
            </a:r>
            <a:r>
              <a:rPr lang="es-AR" dirty="0" err="1"/>
              <a:t>UsuarioService</a:t>
            </a:r>
            <a:r>
              <a:rPr lang="es-AR" dirty="0"/>
              <a:t>) { }</a:t>
            </a:r>
          </a:p>
          <a:p>
            <a:r>
              <a:rPr lang="es-AR" dirty="0"/>
              <a:t/>
            </a:r>
            <a:br>
              <a:rPr lang="es-AR" dirty="0"/>
            </a:br>
            <a:r>
              <a:rPr lang="es-AR" dirty="0"/>
              <a:t>  </a:t>
            </a:r>
            <a:r>
              <a:rPr lang="es-AR" dirty="0" err="1"/>
              <a:t>ngOnInit</a:t>
            </a:r>
            <a:r>
              <a:rPr lang="es-AR" dirty="0"/>
              <a:t>(): </a:t>
            </a:r>
            <a:r>
              <a:rPr lang="es-AR" dirty="0" err="1"/>
              <a:t>void</a:t>
            </a:r>
            <a:r>
              <a:rPr lang="es-AR" dirty="0"/>
              <a:t> {</a:t>
            </a:r>
          </a:p>
          <a:p>
            <a:r>
              <a:rPr lang="es-AR" dirty="0"/>
              <a:t>    </a:t>
            </a:r>
            <a:r>
              <a:rPr lang="es-AR" dirty="0" err="1"/>
              <a:t>this.CargarUsuario</a:t>
            </a:r>
            <a:r>
              <a:rPr lang="es-AR" dirty="0"/>
              <a:t>();</a:t>
            </a:r>
          </a:p>
          <a:p>
            <a:r>
              <a:rPr lang="es-AR" dirty="0"/>
              <a:t>  }</a:t>
            </a:r>
          </a:p>
          <a:p>
            <a:r>
              <a:rPr lang="es-AR" dirty="0"/>
              <a:t/>
            </a:r>
            <a:br>
              <a:rPr lang="es-AR" dirty="0"/>
            </a:br>
            <a:r>
              <a:rPr lang="es-AR" dirty="0"/>
              <a:t>  </a:t>
            </a:r>
            <a:r>
              <a:rPr lang="es-AR" dirty="0" err="1"/>
              <a:t>CargarUsuario</a:t>
            </a:r>
            <a:r>
              <a:rPr lang="es-AR" dirty="0"/>
              <a:t>(): </a:t>
            </a:r>
            <a:r>
              <a:rPr lang="es-AR" dirty="0" err="1"/>
              <a:t>void</a:t>
            </a:r>
            <a:r>
              <a:rPr lang="es-AR" dirty="0"/>
              <a:t> {</a:t>
            </a:r>
          </a:p>
          <a:p>
            <a:r>
              <a:rPr lang="es-AR" dirty="0"/>
              <a:t>    </a:t>
            </a:r>
            <a:r>
              <a:rPr lang="es-AR" dirty="0" err="1"/>
              <a:t>this.usuarioService.getAllUsers</a:t>
            </a:r>
            <a:r>
              <a:rPr lang="es-AR" dirty="0"/>
              <a:t>().subscribe(</a:t>
            </a:r>
          </a:p>
          <a:p>
            <a:r>
              <a:rPr lang="es-AR" dirty="0"/>
              <a:t>      data=&gt; {</a:t>
            </a:r>
          </a:p>
          <a:p>
            <a:r>
              <a:rPr lang="es-AR" dirty="0"/>
              <a:t>        </a:t>
            </a:r>
            <a:r>
              <a:rPr lang="es-AR" dirty="0" err="1"/>
              <a:t>this.lsUsuarios</a:t>
            </a:r>
            <a:r>
              <a:rPr lang="es-AR" dirty="0"/>
              <a:t>= data;</a:t>
            </a:r>
          </a:p>
          <a:p>
            <a:r>
              <a:rPr lang="es-AR" dirty="0"/>
              <a:t>      },</a:t>
            </a:r>
          </a:p>
          <a:p>
            <a:r>
              <a:rPr lang="es-AR" dirty="0"/>
              <a:t>      </a:t>
            </a:r>
            <a:r>
              <a:rPr lang="es-AR" dirty="0" err="1"/>
              <a:t>err</a:t>
            </a:r>
            <a:r>
              <a:rPr lang="es-AR" dirty="0"/>
              <a:t> =&gt; {</a:t>
            </a:r>
          </a:p>
          <a:p>
            <a:r>
              <a:rPr lang="es-AR" dirty="0"/>
              <a:t>        console.log(</a:t>
            </a:r>
            <a:r>
              <a:rPr lang="es-AR" dirty="0" err="1"/>
              <a:t>err</a:t>
            </a:r>
            <a:r>
              <a:rPr lang="es-AR" dirty="0"/>
              <a:t>);</a:t>
            </a:r>
          </a:p>
          <a:p>
            <a:r>
              <a:rPr lang="es-AR" dirty="0"/>
              <a:t>      </a:t>
            </a:r>
            <a:r>
              <a:rPr lang="es-AR" dirty="0" smtClean="0"/>
              <a:t>}</a:t>
            </a:r>
          </a:p>
          <a:p>
            <a:r>
              <a:rPr lang="es-AR" dirty="0" smtClean="0"/>
              <a:t>    );  }</a:t>
            </a:r>
          </a:p>
        </p:txBody>
      </p:sp>
    </p:spTree>
    <p:extLst>
      <p:ext uri="{BB962C8B-B14F-4D97-AF65-F5344CB8AC3E}">
        <p14:creationId xmlns:p14="http://schemas.microsoft.com/office/powerpoint/2010/main" val="1030919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r>
              <a:rPr lang="es-AR" dirty="0"/>
              <a:t>  </a:t>
            </a:r>
            <a:br>
              <a:rPr lang="es-AR" dirty="0"/>
            </a:br>
            <a:r>
              <a:rPr lang="es-AR" dirty="0"/>
              <a:t>  </a:t>
            </a:r>
            <a:r>
              <a:rPr lang="es-AR" dirty="0" err="1"/>
              <a:t>EliminarUsuario</a:t>
            </a:r>
            <a:r>
              <a:rPr lang="es-AR" dirty="0"/>
              <a:t>(</a:t>
            </a:r>
            <a:r>
              <a:rPr lang="es-AR" dirty="0" err="1"/>
              <a:t>id:any</a:t>
            </a:r>
            <a:r>
              <a:rPr lang="es-AR" dirty="0"/>
              <a:t>){</a:t>
            </a:r>
          </a:p>
          <a:p>
            <a:r>
              <a:rPr lang="es-AR" dirty="0"/>
              <a:t>    </a:t>
            </a:r>
            <a:r>
              <a:rPr lang="es-AR" dirty="0" err="1"/>
              <a:t>alert</a:t>
            </a:r>
            <a:r>
              <a:rPr lang="es-AR" dirty="0"/>
              <a:t>("Se elimino el usuario "+ id);</a:t>
            </a:r>
          </a:p>
          <a:p>
            <a:r>
              <a:rPr lang="es-AR" dirty="0"/>
              <a:t>  }</a:t>
            </a:r>
          </a:p>
          <a:p>
            <a:r>
              <a:rPr lang="es-AR" dirty="0"/>
              <a:t/>
            </a:r>
            <a:br>
              <a:rPr lang="es-AR" dirty="0"/>
            </a:br>
            <a:r>
              <a:rPr lang="es-AR" dirty="0"/>
              <a:t>}</a:t>
            </a:r>
          </a:p>
        </p:txBody>
      </p:sp>
    </p:spTree>
    <p:extLst>
      <p:ext uri="{BB962C8B-B14F-4D97-AF65-F5344CB8AC3E}">
        <p14:creationId xmlns:p14="http://schemas.microsoft.com/office/powerpoint/2010/main" val="7861826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Listar </a:t>
            </a:r>
            <a:r>
              <a:rPr lang="es-AR" sz="4000" b="1" dirty="0" err="1" smtClean="0">
                <a:solidFill>
                  <a:srgbClr val="0070C0"/>
                </a:solidFill>
                <a:latin typeface="Georgia"/>
                <a:ea typeface="Georgia"/>
                <a:cs typeface="Georgia"/>
                <a:sym typeface="Georgia"/>
              </a:rPr>
              <a:t>html</a:t>
            </a:r>
            <a:r>
              <a:rPr lang="es-AR" sz="4000" b="1" dirty="0" smtClean="0">
                <a:solidFill>
                  <a:srgbClr val="0070C0"/>
                </a:solidFill>
                <a:latin typeface="Georgia"/>
                <a:ea typeface="Georgia"/>
                <a:cs typeface="Georgia"/>
                <a:sym typeface="Georgia"/>
              </a:rPr>
              <a:t>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99506640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listar-usuarios.component.html – Tabla de listar usuarios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308324"/>
          </a:xfrm>
          <a:prstGeom prst="rect">
            <a:avLst/>
          </a:prstGeom>
        </p:spPr>
        <p:txBody>
          <a:bodyPr wrap="square">
            <a:spAutoFit/>
          </a:bodyPr>
          <a:lstStyle/>
          <a:p>
            <a:pPr marL="285750" indent="-285750">
              <a:buFont typeface="Arial" pitchFamily="34" charset="0"/>
              <a:buChar char="•"/>
            </a:pPr>
            <a:r>
              <a:rPr lang="es-ES" dirty="0" smtClean="0"/>
              <a:t>Accedemos al archivo de listar para trabajar sobre la vista de la lista de usuarios, para ello modelamos una tabla cuya estructura es sacada de la pagina de </a:t>
            </a:r>
            <a:r>
              <a:rPr lang="es-ES" dirty="0" err="1" smtClean="0"/>
              <a:t>bootstrap</a:t>
            </a:r>
            <a:r>
              <a:rPr lang="es-ES" dirty="0" smtClean="0"/>
              <a:t> y los iconos desde </a:t>
            </a:r>
            <a:r>
              <a:rPr lang="es-ES" dirty="0"/>
              <a:t>la página de </a:t>
            </a:r>
            <a:r>
              <a:rPr lang="es-ES" dirty="0">
                <a:hlinkClick r:id="rId4"/>
              </a:rPr>
              <a:t>https://</a:t>
            </a:r>
            <a:r>
              <a:rPr lang="es-ES" dirty="0" smtClean="0">
                <a:hlinkClick r:id="rId4"/>
              </a:rPr>
              <a:t>fontawesome.com/icons</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Los iconos se los utilizan para indicar gráficamente la acción de nuestro CRUD.</a:t>
            </a:r>
          </a:p>
          <a:p>
            <a:pPr marL="285750" indent="-285750">
              <a:buFont typeface="Arial" pitchFamily="34" charset="0"/>
              <a:buChar char="•"/>
            </a:pPr>
            <a:endParaRPr lang="es-ES" dirty="0"/>
          </a:p>
          <a:p>
            <a:pPr marL="285750" indent="-285750">
              <a:buFont typeface="Arial" pitchFamily="34" charset="0"/>
              <a:buChar char="•"/>
            </a:pPr>
            <a:r>
              <a:rPr lang="es-ES" dirty="0" smtClean="0"/>
              <a:t>El código de la tabla con los respectivos iconos quedaría de la siguiente manera:</a:t>
            </a:r>
          </a:p>
          <a:p>
            <a:pPr marL="285750" indent="-285750">
              <a:buFont typeface="Arial" pitchFamily="34" charset="0"/>
              <a:buChar char="•"/>
            </a:pPr>
            <a:endParaRPr lang="es-ES" dirty="0"/>
          </a:p>
        </p:txBody>
      </p:sp>
    </p:spTree>
    <p:extLst>
      <p:ext uri="{BB962C8B-B14F-4D97-AF65-F5344CB8AC3E}">
        <p14:creationId xmlns:p14="http://schemas.microsoft.com/office/powerpoint/2010/main" val="7572248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listar-usuarios.component.html – Tabla de listar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r>
              <a:rPr lang="es-AR" dirty="0" smtClean="0"/>
              <a:t>&lt;</a:t>
            </a:r>
            <a:r>
              <a:rPr lang="es-AR" dirty="0"/>
              <a:t>div </a:t>
            </a:r>
            <a:r>
              <a:rPr lang="es-AR" dirty="0" err="1"/>
              <a:t>class</a:t>
            </a:r>
            <a:r>
              <a:rPr lang="es-AR" dirty="0"/>
              <a:t>="</a:t>
            </a:r>
            <a:r>
              <a:rPr lang="es-AR" dirty="0" err="1"/>
              <a:t>container</a:t>
            </a:r>
            <a:r>
              <a:rPr lang="es-AR" dirty="0"/>
              <a:t>"&gt;</a:t>
            </a:r>
          </a:p>
          <a:p>
            <a:r>
              <a:rPr lang="es-AR" dirty="0"/>
              <a:t>&lt;h1&gt;Listar usuarios&lt;/h1&gt;</a:t>
            </a:r>
          </a:p>
          <a:p>
            <a:r>
              <a:rPr lang="es-AR" dirty="0"/>
              <a:t/>
            </a:r>
            <a:br>
              <a:rPr lang="es-AR" dirty="0"/>
            </a:br>
            <a:r>
              <a:rPr lang="es-AR" dirty="0"/>
              <a:t>&lt;</a:t>
            </a:r>
            <a:r>
              <a:rPr lang="es-AR" dirty="0" err="1"/>
              <a:t>table</a:t>
            </a:r>
            <a:r>
              <a:rPr lang="es-AR" dirty="0"/>
              <a:t> </a:t>
            </a:r>
            <a:r>
              <a:rPr lang="es-AR" dirty="0" err="1"/>
              <a:t>class</a:t>
            </a:r>
            <a:r>
              <a:rPr lang="es-AR" dirty="0"/>
              <a:t>="</a:t>
            </a:r>
            <a:r>
              <a:rPr lang="es-AR" dirty="0" err="1"/>
              <a:t>table</a:t>
            </a:r>
            <a:r>
              <a:rPr lang="es-AR" dirty="0"/>
              <a:t> </a:t>
            </a:r>
            <a:r>
              <a:rPr lang="es-AR" dirty="0" err="1"/>
              <a:t>table-striped</a:t>
            </a:r>
            <a:r>
              <a:rPr lang="es-AR" dirty="0"/>
              <a:t>"&gt;</a:t>
            </a:r>
          </a:p>
          <a:p>
            <a:r>
              <a:rPr lang="es-AR" dirty="0"/>
              <a:t>    &lt;</a:t>
            </a:r>
            <a:r>
              <a:rPr lang="es-AR" dirty="0" err="1"/>
              <a:t>thead</a:t>
            </a:r>
            <a:r>
              <a:rPr lang="es-AR" dirty="0"/>
              <a:t>&gt;</a:t>
            </a:r>
          </a:p>
          <a:p>
            <a:r>
              <a:rPr lang="es-AR" dirty="0"/>
              <a:t>      &lt;</a:t>
            </a:r>
            <a:r>
              <a:rPr lang="es-AR" dirty="0" err="1"/>
              <a:t>tr</a:t>
            </a:r>
            <a:r>
              <a:rPr lang="es-AR" dirty="0"/>
              <a:t>&gt;</a:t>
            </a:r>
          </a:p>
          <a:p>
            <a:r>
              <a:rPr lang="es-AR" dirty="0"/>
              <a:t>        &lt;</a:t>
            </a:r>
            <a:r>
              <a:rPr lang="es-AR" dirty="0" err="1"/>
              <a:t>th</a:t>
            </a:r>
            <a:r>
              <a:rPr lang="es-AR" dirty="0"/>
              <a:t> </a:t>
            </a:r>
            <a:r>
              <a:rPr lang="es-AR" dirty="0" err="1"/>
              <a:t>scope</a:t>
            </a:r>
            <a:r>
              <a:rPr lang="es-AR" dirty="0"/>
              <a:t>="col"&gt;#&lt;/</a:t>
            </a:r>
            <a:r>
              <a:rPr lang="es-AR" dirty="0" err="1"/>
              <a:t>th</a:t>
            </a:r>
            <a:r>
              <a:rPr lang="es-AR" dirty="0"/>
              <a:t>&gt;</a:t>
            </a:r>
          </a:p>
          <a:p>
            <a:r>
              <a:rPr lang="es-AR" dirty="0"/>
              <a:t>        &lt;</a:t>
            </a:r>
            <a:r>
              <a:rPr lang="es-AR" dirty="0" err="1"/>
              <a:t>th</a:t>
            </a:r>
            <a:r>
              <a:rPr lang="es-AR" dirty="0"/>
              <a:t> </a:t>
            </a:r>
            <a:r>
              <a:rPr lang="es-AR" dirty="0" err="1"/>
              <a:t>scope</a:t>
            </a:r>
            <a:r>
              <a:rPr lang="es-AR" dirty="0"/>
              <a:t>="col"&gt;usuarios&lt;/</a:t>
            </a:r>
            <a:r>
              <a:rPr lang="es-AR" dirty="0" err="1"/>
              <a:t>th</a:t>
            </a:r>
            <a:r>
              <a:rPr lang="es-AR" dirty="0"/>
              <a:t>&gt;</a:t>
            </a:r>
          </a:p>
          <a:p>
            <a:r>
              <a:rPr lang="es-AR" dirty="0"/>
              <a:t>        &lt;</a:t>
            </a:r>
            <a:r>
              <a:rPr lang="es-AR" dirty="0" err="1"/>
              <a:t>th</a:t>
            </a:r>
            <a:r>
              <a:rPr lang="es-AR" dirty="0"/>
              <a:t> </a:t>
            </a:r>
            <a:r>
              <a:rPr lang="es-AR" dirty="0" err="1"/>
              <a:t>scope</a:t>
            </a:r>
            <a:r>
              <a:rPr lang="es-AR" dirty="0"/>
              <a:t>="col"&gt;</a:t>
            </a:r>
            <a:r>
              <a:rPr lang="es-AR" dirty="0" err="1"/>
              <a:t>Passwords</a:t>
            </a:r>
            <a:r>
              <a:rPr lang="es-AR" dirty="0"/>
              <a:t>&lt;/</a:t>
            </a:r>
            <a:r>
              <a:rPr lang="es-AR" dirty="0" err="1"/>
              <a:t>th</a:t>
            </a:r>
            <a:r>
              <a:rPr lang="es-AR" dirty="0"/>
              <a:t>&gt;</a:t>
            </a:r>
          </a:p>
          <a:p>
            <a:r>
              <a:rPr lang="es-AR" dirty="0"/>
              <a:t>        &lt;</a:t>
            </a:r>
            <a:r>
              <a:rPr lang="es-AR" dirty="0" err="1"/>
              <a:t>th</a:t>
            </a:r>
            <a:r>
              <a:rPr lang="es-AR" dirty="0"/>
              <a:t> </a:t>
            </a:r>
            <a:r>
              <a:rPr lang="es-AR" dirty="0" err="1"/>
              <a:t>scope</a:t>
            </a:r>
            <a:r>
              <a:rPr lang="es-AR" dirty="0"/>
              <a:t>="col"&gt;Emails&lt;/</a:t>
            </a:r>
            <a:r>
              <a:rPr lang="es-AR" dirty="0" err="1"/>
              <a:t>th</a:t>
            </a:r>
            <a:r>
              <a:rPr lang="es-AR" dirty="0"/>
              <a:t>&gt;</a:t>
            </a:r>
          </a:p>
          <a:p>
            <a:r>
              <a:rPr lang="es-AR" dirty="0"/>
              <a:t>        &lt;</a:t>
            </a:r>
            <a:r>
              <a:rPr lang="es-AR" dirty="0" err="1"/>
              <a:t>th</a:t>
            </a:r>
            <a:r>
              <a:rPr lang="es-AR" dirty="0"/>
              <a:t> </a:t>
            </a:r>
            <a:r>
              <a:rPr lang="es-AR" dirty="0" err="1"/>
              <a:t>scope</a:t>
            </a:r>
            <a:r>
              <a:rPr lang="es-AR" dirty="0"/>
              <a:t>="col"&gt;Editar&lt;/</a:t>
            </a:r>
            <a:r>
              <a:rPr lang="es-AR" dirty="0" err="1"/>
              <a:t>th</a:t>
            </a:r>
            <a:r>
              <a:rPr lang="es-AR" dirty="0"/>
              <a:t>&gt;</a:t>
            </a:r>
          </a:p>
          <a:p>
            <a:r>
              <a:rPr lang="es-AR" dirty="0"/>
              <a:t>        &lt;</a:t>
            </a:r>
            <a:r>
              <a:rPr lang="es-AR" dirty="0" err="1"/>
              <a:t>th</a:t>
            </a:r>
            <a:r>
              <a:rPr lang="es-AR" dirty="0"/>
              <a:t> </a:t>
            </a:r>
            <a:r>
              <a:rPr lang="es-AR" dirty="0" err="1"/>
              <a:t>scope</a:t>
            </a:r>
            <a:r>
              <a:rPr lang="es-AR" dirty="0"/>
              <a:t>="col"&gt;Borrar&lt;/</a:t>
            </a:r>
            <a:r>
              <a:rPr lang="es-AR" dirty="0" err="1"/>
              <a:t>th</a:t>
            </a:r>
            <a:r>
              <a:rPr lang="es-AR" dirty="0"/>
              <a:t>&gt;</a:t>
            </a:r>
          </a:p>
          <a:p>
            <a:r>
              <a:rPr lang="es-AR" dirty="0"/>
              <a:t>      &lt;/</a:t>
            </a:r>
            <a:r>
              <a:rPr lang="es-AR" dirty="0" err="1"/>
              <a:t>tr</a:t>
            </a:r>
            <a:r>
              <a:rPr lang="es-AR" dirty="0"/>
              <a:t>&gt;</a:t>
            </a:r>
          </a:p>
          <a:p>
            <a:r>
              <a:rPr lang="es-AR" dirty="0"/>
              <a:t>    &lt;/</a:t>
            </a:r>
            <a:r>
              <a:rPr lang="es-AR" dirty="0" err="1"/>
              <a:t>thead</a:t>
            </a:r>
            <a:r>
              <a:rPr lang="es-AR" dirty="0" smtClean="0"/>
              <a:t>&gt;</a:t>
            </a:r>
            <a:endParaRPr lang="es-AR" dirty="0"/>
          </a:p>
        </p:txBody>
      </p:sp>
    </p:spTree>
    <p:extLst>
      <p:ext uri="{BB962C8B-B14F-4D97-AF65-F5344CB8AC3E}">
        <p14:creationId xmlns:p14="http://schemas.microsoft.com/office/powerpoint/2010/main" val="18735322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listar-usuarios.component.html – Tabla de listar usuarios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a:t> &lt;</a:t>
            </a:r>
            <a:r>
              <a:rPr lang="es-AR" dirty="0" err="1"/>
              <a:t>tbody</a:t>
            </a:r>
            <a:r>
              <a:rPr lang="es-AR" dirty="0"/>
              <a:t>&gt;</a:t>
            </a:r>
          </a:p>
          <a:p>
            <a:r>
              <a:rPr lang="es-AR" dirty="0"/>
              <a:t>      &lt;</a:t>
            </a:r>
            <a:r>
              <a:rPr lang="es-AR" dirty="0" err="1"/>
              <a:t>tr</a:t>
            </a:r>
            <a:r>
              <a:rPr lang="es-AR" dirty="0"/>
              <a:t> </a:t>
            </a:r>
            <a:r>
              <a:rPr lang="es-AR" dirty="0" smtClean="0"/>
              <a:t>&gt;</a:t>
            </a:r>
            <a:endParaRPr lang="es-AR" dirty="0"/>
          </a:p>
          <a:p>
            <a:r>
              <a:rPr lang="es-AR" dirty="0"/>
              <a:t>        &lt;</a:t>
            </a:r>
            <a:r>
              <a:rPr lang="es-AR" dirty="0" err="1"/>
              <a:t>th</a:t>
            </a:r>
            <a:r>
              <a:rPr lang="es-AR" dirty="0"/>
              <a:t> </a:t>
            </a:r>
            <a:r>
              <a:rPr lang="es-AR" dirty="0" err="1"/>
              <a:t>scope</a:t>
            </a:r>
            <a:r>
              <a:rPr lang="es-AR" dirty="0"/>
              <a:t>="</a:t>
            </a:r>
            <a:r>
              <a:rPr lang="es-AR" dirty="0" err="1"/>
              <a:t>row</a:t>
            </a:r>
            <a:r>
              <a:rPr lang="es-AR" dirty="0" smtClean="0"/>
              <a:t>"&gt;</a:t>
            </a:r>
            <a:r>
              <a:rPr lang="es-AR" dirty="0" err="1" smtClean="0"/>
              <a:t>idusuario</a:t>
            </a:r>
            <a:r>
              <a:rPr lang="es-AR" dirty="0" smtClean="0"/>
              <a:t>&lt;/</a:t>
            </a:r>
            <a:r>
              <a:rPr lang="es-AR" dirty="0" err="1"/>
              <a:t>th</a:t>
            </a:r>
            <a:r>
              <a:rPr lang="es-AR" dirty="0"/>
              <a:t>&gt;</a:t>
            </a:r>
          </a:p>
          <a:p>
            <a:r>
              <a:rPr lang="es-AR" dirty="0"/>
              <a:t>        &lt;</a:t>
            </a:r>
            <a:r>
              <a:rPr lang="es-AR" dirty="0" err="1" smtClean="0"/>
              <a:t>td</a:t>
            </a:r>
            <a:r>
              <a:rPr lang="es-AR" dirty="0" smtClean="0"/>
              <a:t>&gt;usuario&lt;/</a:t>
            </a:r>
            <a:r>
              <a:rPr lang="es-AR" dirty="0" err="1"/>
              <a:t>td</a:t>
            </a:r>
            <a:r>
              <a:rPr lang="es-AR" dirty="0"/>
              <a:t>&gt;</a:t>
            </a:r>
          </a:p>
          <a:p>
            <a:r>
              <a:rPr lang="es-AR" dirty="0"/>
              <a:t>        &lt;</a:t>
            </a:r>
            <a:r>
              <a:rPr lang="es-AR" dirty="0" err="1" smtClean="0"/>
              <a:t>td</a:t>
            </a:r>
            <a:r>
              <a:rPr lang="es-AR" dirty="0" smtClean="0"/>
              <a:t>&gt;</a:t>
            </a:r>
            <a:r>
              <a:rPr lang="es-AR" dirty="0" err="1" smtClean="0"/>
              <a:t>password</a:t>
            </a:r>
            <a:r>
              <a:rPr lang="es-AR" dirty="0" smtClean="0"/>
              <a:t>&lt;/</a:t>
            </a:r>
            <a:r>
              <a:rPr lang="es-AR" dirty="0" err="1"/>
              <a:t>td</a:t>
            </a:r>
            <a:r>
              <a:rPr lang="es-AR" dirty="0"/>
              <a:t>&gt;</a:t>
            </a:r>
          </a:p>
          <a:p>
            <a:r>
              <a:rPr lang="es-AR" dirty="0"/>
              <a:t>        &lt;</a:t>
            </a:r>
            <a:r>
              <a:rPr lang="es-AR" dirty="0" err="1" smtClean="0"/>
              <a:t>td</a:t>
            </a:r>
            <a:r>
              <a:rPr lang="es-AR" dirty="0" smtClean="0"/>
              <a:t>&gt;email&lt;/</a:t>
            </a:r>
            <a:r>
              <a:rPr lang="es-AR" dirty="0" err="1"/>
              <a:t>td</a:t>
            </a:r>
            <a:r>
              <a:rPr lang="es-AR" dirty="0"/>
              <a:t>&gt;</a:t>
            </a:r>
          </a:p>
          <a:p>
            <a:r>
              <a:rPr lang="es-AR" dirty="0"/>
              <a:t>        &lt;</a:t>
            </a:r>
            <a:r>
              <a:rPr lang="es-AR" dirty="0" err="1"/>
              <a:t>td</a:t>
            </a:r>
            <a:r>
              <a:rPr lang="es-AR" dirty="0"/>
              <a:t>&gt;&lt;</a:t>
            </a:r>
            <a:r>
              <a:rPr lang="es-AR" dirty="0" err="1"/>
              <a:t>button</a:t>
            </a:r>
            <a:r>
              <a:rPr lang="es-AR" dirty="0"/>
              <a:t> </a:t>
            </a:r>
            <a:r>
              <a:rPr lang="es-AR" dirty="0" err="1"/>
              <a:t>class</a:t>
            </a:r>
            <a:r>
              <a:rPr lang="es-AR" dirty="0"/>
              <a:t>="</a:t>
            </a:r>
            <a:r>
              <a:rPr lang="es-AR" dirty="0" err="1"/>
              <a:t>btn</a:t>
            </a:r>
            <a:r>
              <a:rPr lang="es-AR" dirty="0"/>
              <a:t> </a:t>
            </a:r>
            <a:r>
              <a:rPr lang="es-AR" dirty="0" err="1"/>
              <a:t>btn-outline-warning</a:t>
            </a:r>
            <a:r>
              <a:rPr lang="es-AR" dirty="0"/>
              <a:t>" </a:t>
            </a:r>
            <a:r>
              <a:rPr lang="es-AR" dirty="0" err="1"/>
              <a:t>routerLink</a:t>
            </a:r>
            <a:r>
              <a:rPr lang="es-AR" dirty="0"/>
              <a:t>="/editar/{{</a:t>
            </a:r>
            <a:r>
              <a:rPr lang="es-AR" dirty="0" err="1"/>
              <a:t>usuario.idusuario</a:t>
            </a:r>
            <a:r>
              <a:rPr lang="es-AR" dirty="0"/>
              <a:t>}}"&gt;&lt;i </a:t>
            </a:r>
            <a:r>
              <a:rPr lang="es-AR" dirty="0" err="1"/>
              <a:t>class</a:t>
            </a:r>
            <a:r>
              <a:rPr lang="es-AR" dirty="0"/>
              <a:t>="fa-</a:t>
            </a:r>
            <a:r>
              <a:rPr lang="es-AR" dirty="0" err="1"/>
              <a:t>solid</a:t>
            </a:r>
            <a:r>
              <a:rPr lang="es-AR" dirty="0"/>
              <a:t> fa-</a:t>
            </a:r>
            <a:r>
              <a:rPr lang="es-AR" dirty="0" err="1"/>
              <a:t>user</a:t>
            </a:r>
            <a:r>
              <a:rPr lang="es-AR" dirty="0"/>
              <a:t>-pen"&gt;&lt;/i&gt;&lt;/</a:t>
            </a:r>
            <a:r>
              <a:rPr lang="es-AR" dirty="0" err="1"/>
              <a:t>button</a:t>
            </a:r>
            <a:r>
              <a:rPr lang="es-AR" dirty="0"/>
              <a:t>&gt;&lt;/</a:t>
            </a:r>
            <a:r>
              <a:rPr lang="es-AR" dirty="0" err="1"/>
              <a:t>td</a:t>
            </a:r>
            <a:r>
              <a:rPr lang="es-AR" dirty="0"/>
              <a:t>&gt;</a:t>
            </a:r>
          </a:p>
          <a:p>
            <a:r>
              <a:rPr lang="es-AR" dirty="0"/>
              <a:t>       &lt;!--Se creo un </a:t>
            </a:r>
            <a:r>
              <a:rPr lang="es-AR" dirty="0" err="1"/>
              <a:t>metodo</a:t>
            </a:r>
            <a:r>
              <a:rPr lang="es-AR" dirty="0"/>
              <a:t> </a:t>
            </a:r>
            <a:r>
              <a:rPr lang="es-AR" dirty="0" err="1"/>
              <a:t>javascript</a:t>
            </a:r>
            <a:r>
              <a:rPr lang="es-AR" dirty="0"/>
              <a:t> para la </a:t>
            </a:r>
            <a:r>
              <a:rPr lang="es-AR" dirty="0" err="1"/>
              <a:t>accón</a:t>
            </a:r>
            <a:r>
              <a:rPr lang="es-AR" dirty="0"/>
              <a:t> de eliminar usuario--&gt;</a:t>
            </a:r>
          </a:p>
          <a:p>
            <a:r>
              <a:rPr lang="es-AR" dirty="0"/>
              <a:t>        &lt;</a:t>
            </a:r>
            <a:r>
              <a:rPr lang="es-AR" dirty="0" err="1"/>
              <a:t>td</a:t>
            </a:r>
            <a:r>
              <a:rPr lang="es-AR" dirty="0"/>
              <a:t>&gt;&lt;</a:t>
            </a:r>
            <a:r>
              <a:rPr lang="es-AR" dirty="0" err="1"/>
              <a:t>button</a:t>
            </a:r>
            <a:r>
              <a:rPr lang="es-AR" dirty="0"/>
              <a:t> </a:t>
            </a:r>
            <a:r>
              <a:rPr lang="es-AR" dirty="0" err="1"/>
              <a:t>class</a:t>
            </a:r>
            <a:r>
              <a:rPr lang="es-AR" dirty="0"/>
              <a:t>="</a:t>
            </a:r>
            <a:r>
              <a:rPr lang="es-AR" dirty="0" err="1"/>
              <a:t>btn</a:t>
            </a:r>
            <a:r>
              <a:rPr lang="es-AR" dirty="0"/>
              <a:t> </a:t>
            </a:r>
            <a:r>
              <a:rPr lang="es-AR" dirty="0" err="1"/>
              <a:t>btn-outline-warning</a:t>
            </a:r>
            <a:r>
              <a:rPr lang="es-AR" dirty="0"/>
              <a:t>" (</a:t>
            </a:r>
            <a:r>
              <a:rPr lang="es-AR" dirty="0" err="1"/>
              <a:t>click</a:t>
            </a:r>
            <a:r>
              <a:rPr lang="es-AR" dirty="0"/>
              <a:t>)="</a:t>
            </a:r>
            <a:r>
              <a:rPr lang="es-AR" dirty="0" err="1"/>
              <a:t>EliminarUsuario</a:t>
            </a:r>
            <a:r>
              <a:rPr lang="es-AR" dirty="0"/>
              <a:t>(</a:t>
            </a:r>
            <a:r>
              <a:rPr lang="es-AR" dirty="0" err="1"/>
              <a:t>usuario.idusuario</a:t>
            </a:r>
            <a:r>
              <a:rPr lang="es-AR" dirty="0"/>
              <a:t>)"&gt;&lt;i </a:t>
            </a:r>
            <a:r>
              <a:rPr lang="es-AR" dirty="0" err="1"/>
              <a:t>class</a:t>
            </a:r>
            <a:r>
              <a:rPr lang="es-AR" dirty="0"/>
              <a:t>="fa-</a:t>
            </a:r>
            <a:r>
              <a:rPr lang="es-AR" dirty="0" err="1"/>
              <a:t>solid</a:t>
            </a:r>
            <a:r>
              <a:rPr lang="es-AR" dirty="0"/>
              <a:t> fa-</a:t>
            </a:r>
            <a:r>
              <a:rPr lang="es-AR" dirty="0" err="1"/>
              <a:t>user</a:t>
            </a:r>
            <a:r>
              <a:rPr lang="es-AR" dirty="0"/>
              <a:t>-</a:t>
            </a:r>
            <a:r>
              <a:rPr lang="es-AR" dirty="0" err="1"/>
              <a:t>slash</a:t>
            </a:r>
            <a:r>
              <a:rPr lang="es-AR" dirty="0"/>
              <a:t>"&gt;&lt;/i&gt;&lt;/</a:t>
            </a:r>
            <a:r>
              <a:rPr lang="es-AR" dirty="0" err="1"/>
              <a:t>button</a:t>
            </a:r>
            <a:r>
              <a:rPr lang="es-AR" dirty="0"/>
              <a:t>&gt;&lt;/</a:t>
            </a:r>
            <a:r>
              <a:rPr lang="es-AR" dirty="0" err="1"/>
              <a:t>td</a:t>
            </a:r>
            <a:r>
              <a:rPr lang="es-AR" dirty="0"/>
              <a:t>&gt;</a:t>
            </a:r>
          </a:p>
          <a:p>
            <a:r>
              <a:rPr lang="es-AR" dirty="0"/>
              <a:t>      &lt;/</a:t>
            </a:r>
            <a:r>
              <a:rPr lang="es-AR" dirty="0" err="1"/>
              <a:t>tr</a:t>
            </a:r>
            <a:r>
              <a:rPr lang="es-AR" dirty="0"/>
              <a:t>&gt;</a:t>
            </a:r>
          </a:p>
          <a:p>
            <a:r>
              <a:rPr lang="es-AR" dirty="0"/>
              <a:t>    &lt;/</a:t>
            </a:r>
            <a:r>
              <a:rPr lang="es-AR" dirty="0" err="1"/>
              <a:t>tbody</a:t>
            </a:r>
            <a:r>
              <a:rPr lang="es-AR" dirty="0"/>
              <a:t>&gt;</a:t>
            </a:r>
          </a:p>
          <a:p>
            <a:r>
              <a:rPr lang="es-AR" dirty="0"/>
              <a:t>  &lt;/</a:t>
            </a:r>
            <a:r>
              <a:rPr lang="es-AR" dirty="0" err="1"/>
              <a:t>table</a:t>
            </a:r>
            <a:r>
              <a:rPr lang="es-AR" dirty="0"/>
              <a:t>&gt;</a:t>
            </a:r>
          </a:p>
          <a:p>
            <a:r>
              <a:rPr lang="es-AR" dirty="0"/>
              <a:t>&lt;/div&gt;</a:t>
            </a:r>
          </a:p>
        </p:txBody>
      </p:sp>
    </p:spTree>
    <p:extLst>
      <p:ext uri="{BB962C8B-B14F-4D97-AF65-F5344CB8AC3E}">
        <p14:creationId xmlns:p14="http://schemas.microsoft.com/office/powerpoint/2010/main" val="3882915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Código Nuevo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3918293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862322"/>
          </a:xfrm>
          <a:prstGeom prst="rect">
            <a:avLst/>
          </a:prstGeom>
        </p:spPr>
        <p:txBody>
          <a:bodyPr wrap="square">
            <a:spAutoFit/>
          </a:bodyPr>
          <a:lstStyle/>
          <a:p>
            <a:pPr marL="285750" indent="-285750">
              <a:buFont typeface="Arial" pitchFamily="34" charset="0"/>
              <a:buChar char="•"/>
            </a:pPr>
            <a:r>
              <a:rPr lang="es-ES" dirty="0" smtClean="0"/>
              <a:t>Accedemos al archivo de nuevo para trabajar sobre la vista de la opción que nos permite dar de alta un nuevo usuario.</a:t>
            </a:r>
          </a:p>
          <a:p>
            <a:pPr marL="285750" indent="-285750">
              <a:buFont typeface="Arial" pitchFamily="34" charset="0"/>
              <a:buChar char="•"/>
            </a:pPr>
            <a:endParaRPr lang="es-ES" dirty="0"/>
          </a:p>
          <a:p>
            <a:pPr marL="285750" indent="-285750">
              <a:buFont typeface="Arial" pitchFamily="34" charset="0"/>
              <a:buChar char="•"/>
            </a:pPr>
            <a:r>
              <a:rPr lang="es-ES" dirty="0" smtClean="0"/>
              <a:t>El código es el siguiente:</a:t>
            </a:r>
          </a:p>
          <a:p>
            <a:pPr marL="285750" indent="-285750">
              <a:buFont typeface="Arial" pitchFamily="34" charset="0"/>
              <a:buChar char="•"/>
            </a:pPr>
            <a:endParaRPr lang="es-ES" dirty="0"/>
          </a:p>
          <a:p>
            <a:r>
              <a:rPr lang="es-AR" dirty="0" err="1"/>
              <a:t>import</a:t>
            </a:r>
            <a:r>
              <a:rPr lang="es-AR" dirty="0"/>
              <a:t> { </a:t>
            </a:r>
            <a:r>
              <a:rPr lang="es-AR" dirty="0" err="1"/>
              <a:t>Component</a:t>
            </a:r>
            <a:r>
              <a:rPr lang="es-AR" dirty="0"/>
              <a:t>, </a:t>
            </a:r>
            <a:r>
              <a:rPr lang="es-AR" dirty="0" err="1"/>
              <a:t>OnInit</a:t>
            </a:r>
            <a:r>
              <a:rPr lang="es-AR" dirty="0"/>
              <a:t> } </a:t>
            </a:r>
            <a:r>
              <a:rPr lang="es-AR" dirty="0" err="1"/>
              <a:t>from</a:t>
            </a:r>
            <a:r>
              <a:rPr lang="es-AR" dirty="0"/>
              <a:t> '@angular/</a:t>
            </a:r>
            <a:r>
              <a:rPr lang="es-AR" dirty="0" err="1"/>
              <a:t>core</a:t>
            </a:r>
            <a:r>
              <a:rPr lang="es-AR" dirty="0"/>
              <a:t>';</a:t>
            </a:r>
          </a:p>
          <a:p>
            <a:r>
              <a:rPr lang="es-AR" dirty="0" err="1"/>
              <a:t>import</a:t>
            </a:r>
            <a:r>
              <a:rPr lang="es-AR" dirty="0"/>
              <a:t> { </a:t>
            </a:r>
            <a:r>
              <a:rPr lang="es-AR" dirty="0" err="1"/>
              <a:t>Router</a:t>
            </a:r>
            <a:r>
              <a:rPr lang="es-AR" dirty="0"/>
              <a:t> } </a:t>
            </a:r>
            <a:r>
              <a:rPr lang="es-AR" dirty="0" err="1"/>
              <a:t>from</a:t>
            </a:r>
            <a:r>
              <a:rPr lang="es-AR" dirty="0"/>
              <a:t> '@angular/</a:t>
            </a:r>
            <a:r>
              <a:rPr lang="es-AR" dirty="0" err="1"/>
              <a:t>router</a:t>
            </a:r>
            <a:r>
              <a:rPr lang="es-AR" dirty="0"/>
              <a:t>';</a:t>
            </a:r>
          </a:p>
          <a:p>
            <a:r>
              <a:rPr lang="es-AR" dirty="0" err="1"/>
              <a:t>import</a:t>
            </a:r>
            <a:r>
              <a:rPr lang="es-AR" dirty="0"/>
              <a:t> { </a:t>
            </a:r>
            <a:r>
              <a:rPr lang="es-AR" dirty="0" err="1"/>
              <a:t>ToastrService</a:t>
            </a:r>
            <a:r>
              <a:rPr lang="es-AR" dirty="0"/>
              <a:t> } </a:t>
            </a:r>
            <a:r>
              <a:rPr lang="es-AR" dirty="0" err="1"/>
              <a:t>from</a:t>
            </a:r>
            <a:r>
              <a:rPr lang="es-AR" dirty="0"/>
              <a:t> '</a:t>
            </a:r>
            <a:r>
              <a:rPr lang="es-AR" dirty="0" err="1"/>
              <a:t>ngx-toastr</a:t>
            </a:r>
            <a:r>
              <a:rPr lang="es-AR" dirty="0"/>
              <a:t>';</a:t>
            </a:r>
          </a:p>
          <a:p>
            <a:r>
              <a:rPr lang="es-AR" dirty="0" err="1"/>
              <a:t>import</a:t>
            </a:r>
            <a:r>
              <a:rPr lang="es-AR" dirty="0"/>
              <a:t> { Usuarios } </a:t>
            </a:r>
            <a:r>
              <a:rPr lang="es-AR" dirty="0" err="1"/>
              <a:t>from</a:t>
            </a:r>
            <a:r>
              <a:rPr lang="es-AR" dirty="0"/>
              <a:t> '../</a:t>
            </a:r>
            <a:r>
              <a:rPr lang="es-AR" dirty="0" err="1"/>
              <a:t>models</a:t>
            </a:r>
            <a:r>
              <a:rPr lang="es-AR" dirty="0"/>
              <a:t>/usuarios';</a:t>
            </a:r>
          </a:p>
          <a:p>
            <a:r>
              <a:rPr lang="es-AR" dirty="0" err="1"/>
              <a:t>import</a:t>
            </a:r>
            <a:r>
              <a:rPr lang="es-AR" dirty="0"/>
              <a:t> { </a:t>
            </a:r>
            <a:r>
              <a:rPr lang="es-AR" dirty="0" err="1"/>
              <a:t>UsuarioService</a:t>
            </a:r>
            <a:r>
              <a:rPr lang="es-AR" dirty="0"/>
              <a:t> } </a:t>
            </a:r>
            <a:r>
              <a:rPr lang="es-AR" dirty="0" err="1"/>
              <a:t>from</a:t>
            </a:r>
            <a:r>
              <a:rPr lang="es-AR" dirty="0"/>
              <a:t> '../</a:t>
            </a:r>
            <a:r>
              <a:rPr lang="es-AR" dirty="0" err="1"/>
              <a:t>service</a:t>
            </a:r>
            <a:r>
              <a:rPr lang="es-AR" dirty="0"/>
              <a:t>/</a:t>
            </a:r>
            <a:r>
              <a:rPr lang="es-AR" dirty="0" err="1"/>
              <a:t>usuario.service</a:t>
            </a:r>
            <a:r>
              <a:rPr lang="es-AR" dirty="0" smtClean="0"/>
              <a:t>';</a:t>
            </a:r>
            <a:endParaRPr lang="es-AR" dirty="0"/>
          </a:p>
        </p:txBody>
      </p:sp>
    </p:spTree>
    <p:extLst>
      <p:ext uri="{BB962C8B-B14F-4D97-AF65-F5344CB8AC3E}">
        <p14:creationId xmlns:p14="http://schemas.microsoft.com/office/powerpoint/2010/main" val="2766249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a:t/>
            </a:r>
            <a:br>
              <a:rPr lang="es-AR" dirty="0"/>
            </a:br>
            <a:r>
              <a:rPr lang="es-AR" dirty="0"/>
              <a:t>@</a:t>
            </a:r>
            <a:r>
              <a:rPr lang="es-AR" dirty="0" err="1"/>
              <a:t>Component</a:t>
            </a:r>
            <a:r>
              <a:rPr lang="es-AR" dirty="0"/>
              <a:t>({</a:t>
            </a:r>
          </a:p>
          <a:p>
            <a:r>
              <a:rPr lang="es-AR" dirty="0"/>
              <a:t>  selector: '</a:t>
            </a:r>
            <a:r>
              <a:rPr lang="es-AR" dirty="0" err="1"/>
              <a:t>app</a:t>
            </a:r>
            <a:r>
              <a:rPr lang="es-AR" dirty="0"/>
              <a:t>-nuevo-usuario',</a:t>
            </a:r>
          </a:p>
          <a:p>
            <a:r>
              <a:rPr lang="es-AR" dirty="0"/>
              <a:t>  </a:t>
            </a:r>
            <a:r>
              <a:rPr lang="es-AR" dirty="0" err="1"/>
              <a:t>templateUrl</a:t>
            </a:r>
            <a:r>
              <a:rPr lang="es-AR" dirty="0"/>
              <a:t>: './nuevo-usuario.component.html',</a:t>
            </a:r>
          </a:p>
          <a:p>
            <a:r>
              <a:rPr lang="es-AR" dirty="0"/>
              <a:t>  </a:t>
            </a:r>
            <a:r>
              <a:rPr lang="es-AR" dirty="0" err="1"/>
              <a:t>styleUrls</a:t>
            </a:r>
            <a:r>
              <a:rPr lang="es-AR" dirty="0"/>
              <a:t>: ['./nuevo-usuario.component.css']</a:t>
            </a:r>
          </a:p>
          <a:p>
            <a:r>
              <a:rPr lang="es-AR" dirty="0"/>
              <a:t>})</a:t>
            </a:r>
          </a:p>
          <a:p>
            <a:r>
              <a:rPr lang="es-AR" dirty="0" err="1"/>
              <a:t>export</a:t>
            </a:r>
            <a:r>
              <a:rPr lang="es-AR" dirty="0"/>
              <a:t> </a:t>
            </a:r>
            <a:r>
              <a:rPr lang="es-AR" dirty="0" err="1"/>
              <a:t>class</a:t>
            </a:r>
            <a:r>
              <a:rPr lang="es-AR" dirty="0"/>
              <a:t> </a:t>
            </a:r>
            <a:r>
              <a:rPr lang="es-AR" dirty="0" err="1"/>
              <a:t>NuevoUsuarioComponent</a:t>
            </a:r>
            <a:r>
              <a:rPr lang="es-AR" dirty="0"/>
              <a:t> </a:t>
            </a:r>
            <a:r>
              <a:rPr lang="es-AR" dirty="0" err="1"/>
              <a:t>implements</a:t>
            </a:r>
            <a:r>
              <a:rPr lang="es-AR" dirty="0"/>
              <a:t> </a:t>
            </a:r>
            <a:r>
              <a:rPr lang="es-AR" dirty="0" err="1"/>
              <a:t>OnInit</a:t>
            </a:r>
            <a:r>
              <a:rPr lang="es-AR" dirty="0"/>
              <a:t> {</a:t>
            </a:r>
          </a:p>
          <a:p>
            <a:r>
              <a:rPr lang="es-AR" dirty="0"/>
              <a:t/>
            </a:r>
            <a:br>
              <a:rPr lang="es-AR" dirty="0"/>
            </a:br>
            <a:r>
              <a:rPr lang="es-AR" dirty="0"/>
              <a:t>  _</a:t>
            </a:r>
            <a:r>
              <a:rPr lang="es-AR" dirty="0" err="1"/>
              <a:t>usuario:string</a:t>
            </a:r>
            <a:r>
              <a:rPr lang="es-AR" dirty="0"/>
              <a:t>="";</a:t>
            </a:r>
          </a:p>
          <a:p>
            <a:r>
              <a:rPr lang="es-AR" dirty="0"/>
              <a:t>  _</a:t>
            </a:r>
            <a:r>
              <a:rPr lang="es-AR" dirty="0" err="1"/>
              <a:t>password:string</a:t>
            </a:r>
            <a:r>
              <a:rPr lang="es-AR" dirty="0"/>
              <a:t>="";</a:t>
            </a:r>
          </a:p>
          <a:p>
            <a:r>
              <a:rPr lang="es-AR" dirty="0"/>
              <a:t>  _</a:t>
            </a:r>
            <a:r>
              <a:rPr lang="es-AR" dirty="0" err="1"/>
              <a:t>email:string</a:t>
            </a:r>
            <a:r>
              <a:rPr lang="es-AR" dirty="0"/>
              <a:t>="";</a:t>
            </a:r>
          </a:p>
          <a:p>
            <a:r>
              <a:rPr lang="es-AR" dirty="0"/>
              <a:t/>
            </a:r>
            <a:br>
              <a:rPr lang="es-AR" dirty="0"/>
            </a:br>
            <a:r>
              <a:rPr lang="es-AR" dirty="0"/>
              <a:t>  constructor(</a:t>
            </a:r>
            <a:r>
              <a:rPr lang="es-AR" dirty="0" err="1"/>
              <a:t>private</a:t>
            </a:r>
            <a:r>
              <a:rPr lang="es-AR" dirty="0"/>
              <a:t> </a:t>
            </a:r>
            <a:r>
              <a:rPr lang="es-AR" dirty="0" err="1"/>
              <a:t>usuarioService</a:t>
            </a:r>
            <a:r>
              <a:rPr lang="es-AR" dirty="0"/>
              <a:t>: </a:t>
            </a:r>
            <a:r>
              <a:rPr lang="es-AR" dirty="0" err="1"/>
              <a:t>UsuarioService</a:t>
            </a:r>
            <a:r>
              <a:rPr lang="es-AR" dirty="0"/>
              <a:t>,</a:t>
            </a:r>
          </a:p>
          <a:p>
            <a:r>
              <a:rPr lang="es-AR" dirty="0"/>
              <a:t>    </a:t>
            </a:r>
            <a:r>
              <a:rPr lang="es-AR" dirty="0" err="1"/>
              <a:t>private</a:t>
            </a:r>
            <a:r>
              <a:rPr lang="es-AR" dirty="0"/>
              <a:t> </a:t>
            </a:r>
            <a:r>
              <a:rPr lang="es-AR" dirty="0" err="1"/>
              <a:t>toastr</a:t>
            </a:r>
            <a:r>
              <a:rPr lang="es-AR" dirty="0"/>
              <a:t>: </a:t>
            </a:r>
            <a:r>
              <a:rPr lang="es-AR" dirty="0" err="1"/>
              <a:t>ToastrService</a:t>
            </a:r>
            <a:r>
              <a:rPr lang="es-AR" dirty="0"/>
              <a:t>,</a:t>
            </a:r>
          </a:p>
          <a:p>
            <a:r>
              <a:rPr lang="es-AR" dirty="0"/>
              <a:t>    </a:t>
            </a:r>
            <a:r>
              <a:rPr lang="es-AR" dirty="0" err="1"/>
              <a:t>private</a:t>
            </a:r>
            <a:r>
              <a:rPr lang="es-AR" dirty="0"/>
              <a:t> </a:t>
            </a:r>
            <a:r>
              <a:rPr lang="es-AR" dirty="0" err="1"/>
              <a:t>router</a:t>
            </a:r>
            <a:r>
              <a:rPr lang="es-AR" dirty="0"/>
              <a:t>: </a:t>
            </a:r>
            <a:r>
              <a:rPr lang="es-AR" dirty="0" err="1"/>
              <a:t>Router</a:t>
            </a:r>
            <a:r>
              <a:rPr lang="es-AR" dirty="0"/>
              <a:t>) { </a:t>
            </a:r>
            <a:r>
              <a:rPr lang="es-AR" dirty="0" smtClean="0"/>
              <a:t>}</a:t>
            </a:r>
            <a:endParaRPr lang="es-AR" dirty="0"/>
          </a:p>
        </p:txBody>
      </p:sp>
    </p:spTree>
    <p:extLst>
      <p:ext uri="{BB962C8B-B14F-4D97-AF65-F5344CB8AC3E}">
        <p14:creationId xmlns:p14="http://schemas.microsoft.com/office/powerpoint/2010/main" val="2867778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r>
              <a:rPr lang="es-AR" dirty="0"/>
              <a:t> </a:t>
            </a:r>
            <a:r>
              <a:rPr lang="es-AR" dirty="0" err="1"/>
              <a:t>ngOnInit</a:t>
            </a:r>
            <a:r>
              <a:rPr lang="es-AR" dirty="0"/>
              <a:t>(): </a:t>
            </a:r>
            <a:r>
              <a:rPr lang="es-AR" dirty="0" err="1"/>
              <a:t>void</a:t>
            </a:r>
            <a:r>
              <a:rPr lang="es-AR" dirty="0"/>
              <a:t> {</a:t>
            </a:r>
          </a:p>
          <a:p>
            <a:r>
              <a:rPr lang="es-AR" dirty="0"/>
              <a:t>  }</a:t>
            </a:r>
          </a:p>
          <a:p>
            <a:r>
              <a:rPr lang="es-AR" dirty="0"/>
              <a:t/>
            </a:r>
            <a:br>
              <a:rPr lang="es-AR" dirty="0"/>
            </a:br>
            <a:r>
              <a:rPr lang="es-AR" dirty="0"/>
              <a:t>  </a:t>
            </a:r>
            <a:r>
              <a:rPr lang="es-AR" dirty="0" err="1"/>
              <a:t>onCreate</a:t>
            </a:r>
            <a:r>
              <a:rPr lang="es-AR" dirty="0"/>
              <a:t>(): </a:t>
            </a:r>
            <a:r>
              <a:rPr lang="es-AR" dirty="0" err="1"/>
              <a:t>void</a:t>
            </a:r>
            <a:r>
              <a:rPr lang="es-AR" dirty="0"/>
              <a:t> {</a:t>
            </a:r>
          </a:p>
          <a:p>
            <a:r>
              <a:rPr lang="es-AR" dirty="0"/>
              <a:t>    </a:t>
            </a:r>
            <a:r>
              <a:rPr lang="es-AR" dirty="0" err="1"/>
              <a:t>const</a:t>
            </a:r>
            <a:r>
              <a:rPr lang="es-AR" dirty="0"/>
              <a:t> </a:t>
            </a:r>
            <a:r>
              <a:rPr lang="es-AR" dirty="0" err="1"/>
              <a:t>vcusuario</a:t>
            </a:r>
            <a:r>
              <a:rPr lang="es-AR" dirty="0"/>
              <a:t>=new Usuarios(</a:t>
            </a:r>
            <a:r>
              <a:rPr lang="es-AR" dirty="0" err="1"/>
              <a:t>this</a:t>
            </a:r>
            <a:r>
              <a:rPr lang="es-AR" dirty="0"/>
              <a:t>._usuario,</a:t>
            </a:r>
            <a:r>
              <a:rPr lang="es-AR" dirty="0" err="1"/>
              <a:t>this</a:t>
            </a:r>
            <a:r>
              <a:rPr lang="es-AR" dirty="0"/>
              <a:t>._password,</a:t>
            </a:r>
            <a:r>
              <a:rPr lang="es-AR" dirty="0" err="1"/>
              <a:t>this</a:t>
            </a:r>
            <a:r>
              <a:rPr lang="es-AR" dirty="0"/>
              <a:t>._email);</a:t>
            </a:r>
          </a:p>
          <a:p>
            <a:r>
              <a:rPr lang="es-AR" dirty="0"/>
              <a:t>    </a:t>
            </a:r>
            <a:r>
              <a:rPr lang="es-AR" dirty="0" err="1"/>
              <a:t>this.usuarioService.createUser</a:t>
            </a:r>
            <a:r>
              <a:rPr lang="es-AR" dirty="0"/>
              <a:t>(</a:t>
            </a:r>
            <a:r>
              <a:rPr lang="es-AR" dirty="0" err="1"/>
              <a:t>vcusuario</a:t>
            </a:r>
            <a:r>
              <a:rPr lang="es-AR" dirty="0"/>
              <a:t>).subscribe(</a:t>
            </a:r>
          </a:p>
          <a:p>
            <a:r>
              <a:rPr lang="es-AR" dirty="0"/>
              <a:t>      data=&gt;{</a:t>
            </a:r>
          </a:p>
          <a:p>
            <a:r>
              <a:rPr lang="es-AR" dirty="0"/>
              <a:t>        </a:t>
            </a:r>
            <a:r>
              <a:rPr lang="es-AR" dirty="0" err="1"/>
              <a:t>this.toastr.success</a:t>
            </a:r>
            <a:r>
              <a:rPr lang="es-AR" dirty="0"/>
              <a:t>('Usuario creado', 'Ok!', {</a:t>
            </a:r>
          </a:p>
          <a:p>
            <a:r>
              <a:rPr lang="es-AR" dirty="0"/>
              <a:t>          </a:t>
            </a:r>
            <a:r>
              <a:rPr lang="es-AR" dirty="0" err="1"/>
              <a:t>timeOut</a:t>
            </a:r>
            <a:r>
              <a:rPr lang="es-AR" dirty="0"/>
              <a:t>: 3000,</a:t>
            </a:r>
          </a:p>
          <a:p>
            <a:r>
              <a:rPr lang="es-AR" dirty="0"/>
              <a:t>        });</a:t>
            </a:r>
          </a:p>
          <a:p>
            <a:r>
              <a:rPr lang="es-AR" dirty="0"/>
              <a:t/>
            </a:r>
            <a:br>
              <a:rPr lang="es-AR" dirty="0"/>
            </a:br>
            <a:r>
              <a:rPr lang="es-AR" dirty="0"/>
              <a:t>        </a:t>
            </a:r>
            <a:r>
              <a:rPr lang="es-AR" dirty="0" err="1"/>
              <a:t>this.router.navigate</a:t>
            </a:r>
            <a:r>
              <a:rPr lang="es-AR" dirty="0"/>
              <a:t>(['/']);</a:t>
            </a:r>
          </a:p>
          <a:p>
            <a:r>
              <a:rPr lang="es-AR" dirty="0"/>
              <a:t>      },</a:t>
            </a:r>
          </a:p>
          <a:p>
            <a:r>
              <a:rPr lang="es-AR" dirty="0"/>
              <a:t>     </a:t>
            </a:r>
            <a:endParaRPr lang="es-ES" dirty="0"/>
          </a:p>
        </p:txBody>
      </p:sp>
    </p:spTree>
    <p:extLst>
      <p:ext uri="{BB962C8B-B14F-4D97-AF65-F5344CB8AC3E}">
        <p14:creationId xmlns:p14="http://schemas.microsoft.com/office/powerpoint/2010/main" val="29623684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862322"/>
          </a:xfrm>
          <a:prstGeom prst="rect">
            <a:avLst/>
          </a:prstGeom>
        </p:spPr>
        <p:txBody>
          <a:bodyPr wrap="square">
            <a:spAutoFit/>
          </a:bodyPr>
          <a:lstStyle/>
          <a:p>
            <a:r>
              <a:rPr lang="es-AR" dirty="0"/>
              <a:t> </a:t>
            </a:r>
            <a:r>
              <a:rPr lang="es-AR" dirty="0" err="1"/>
              <a:t>err</a:t>
            </a:r>
            <a:r>
              <a:rPr lang="es-AR" dirty="0"/>
              <a:t> =&gt; {</a:t>
            </a:r>
          </a:p>
          <a:p>
            <a:r>
              <a:rPr lang="es-AR" dirty="0"/>
              <a:t>        </a:t>
            </a:r>
            <a:r>
              <a:rPr lang="es-AR" dirty="0" err="1"/>
              <a:t>this.toastr.error</a:t>
            </a:r>
            <a:r>
              <a:rPr lang="es-AR" dirty="0"/>
              <a:t>('Usuario no fue creado', '</a:t>
            </a:r>
            <a:r>
              <a:rPr lang="es-AR" dirty="0" err="1"/>
              <a:t>Fail</a:t>
            </a:r>
            <a:r>
              <a:rPr lang="es-AR" dirty="0"/>
              <a:t>!', {</a:t>
            </a:r>
          </a:p>
          <a:p>
            <a:r>
              <a:rPr lang="es-AR" dirty="0"/>
              <a:t>          </a:t>
            </a:r>
            <a:r>
              <a:rPr lang="es-AR" dirty="0" err="1"/>
              <a:t>timeOut</a:t>
            </a:r>
            <a:r>
              <a:rPr lang="es-AR" dirty="0"/>
              <a:t>: 3000,</a:t>
            </a:r>
          </a:p>
          <a:p>
            <a:r>
              <a:rPr lang="es-AR" dirty="0"/>
              <a:t>        });</a:t>
            </a:r>
          </a:p>
          <a:p>
            <a:r>
              <a:rPr lang="es-AR" dirty="0"/>
              <a:t/>
            </a:r>
            <a:br>
              <a:rPr lang="es-AR" dirty="0"/>
            </a:br>
            <a:r>
              <a:rPr lang="es-AR" dirty="0"/>
              <a:t>        </a:t>
            </a:r>
            <a:r>
              <a:rPr lang="es-AR" dirty="0" err="1"/>
              <a:t>this.router.navigate</a:t>
            </a:r>
            <a:r>
              <a:rPr lang="es-AR" dirty="0"/>
              <a:t>(['/']);</a:t>
            </a:r>
          </a:p>
          <a:p>
            <a:r>
              <a:rPr lang="es-AR" dirty="0"/>
              <a:t>      }</a:t>
            </a:r>
          </a:p>
          <a:p>
            <a:r>
              <a:rPr lang="es-AR" dirty="0"/>
              <a:t>    );</a:t>
            </a:r>
          </a:p>
          <a:p>
            <a:r>
              <a:rPr lang="es-AR" dirty="0"/>
              <a:t>  }</a:t>
            </a:r>
          </a:p>
          <a:p>
            <a:r>
              <a:rPr lang="es-AR" dirty="0"/>
              <a:t>}             </a:t>
            </a:r>
            <a:endParaRPr lang="es-ES" dirty="0"/>
          </a:p>
        </p:txBody>
      </p:sp>
    </p:spTree>
    <p:extLst>
      <p:ext uri="{BB962C8B-B14F-4D97-AF65-F5344CB8AC3E}">
        <p14:creationId xmlns:p14="http://schemas.microsoft.com/office/powerpoint/2010/main" val="12340729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err="1" smtClean="0">
                <a:solidFill>
                  <a:srgbClr val="0070C0"/>
                </a:solidFill>
                <a:latin typeface="Georgia"/>
                <a:ea typeface="Georgia"/>
                <a:cs typeface="Georgia"/>
                <a:sym typeface="Georgia"/>
              </a:rPr>
              <a:t>Html</a:t>
            </a:r>
            <a:r>
              <a:rPr lang="es-AR" sz="4000" b="1" dirty="0" smtClean="0">
                <a:solidFill>
                  <a:srgbClr val="0070C0"/>
                </a:solidFill>
                <a:latin typeface="Georgia"/>
                <a:ea typeface="Georgia"/>
                <a:cs typeface="Georgia"/>
                <a:sym typeface="Georgia"/>
              </a:rPr>
              <a:t> Nuevo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9020553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nuevo-usuarios.component.html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Accedemos al archivo de nuevo para trabajar sobre la vista del mismo.</a:t>
            </a:r>
          </a:p>
          <a:p>
            <a:pPr marL="285750" indent="-285750">
              <a:buFont typeface="Arial" pitchFamily="34" charset="0"/>
              <a:buChar char="•"/>
            </a:pPr>
            <a:endParaRPr lang="es-ES" dirty="0"/>
          </a:p>
          <a:p>
            <a:pPr marL="285750" indent="-285750">
              <a:buFont typeface="Arial" pitchFamily="34" charset="0"/>
              <a:buChar char="•"/>
            </a:pPr>
            <a:r>
              <a:rPr lang="es-ES" dirty="0" smtClean="0"/>
              <a:t>El código es el siguiente:</a:t>
            </a:r>
          </a:p>
          <a:p>
            <a:pPr marL="285750" indent="-285750">
              <a:buFont typeface="Arial" pitchFamily="34" charset="0"/>
              <a:buChar char="•"/>
            </a:pPr>
            <a:endParaRPr lang="es-ES" dirty="0"/>
          </a:p>
          <a:p>
            <a:r>
              <a:rPr lang="es-AR" dirty="0"/>
              <a:t>&lt;div </a:t>
            </a:r>
            <a:r>
              <a:rPr lang="es-AR" dirty="0" err="1"/>
              <a:t>class</a:t>
            </a:r>
            <a:r>
              <a:rPr lang="es-AR" dirty="0"/>
              <a:t>="</a:t>
            </a:r>
            <a:r>
              <a:rPr lang="es-AR" dirty="0" err="1"/>
              <a:t>container</a:t>
            </a:r>
            <a:r>
              <a:rPr lang="es-AR" dirty="0"/>
              <a:t>"&gt;</a:t>
            </a:r>
          </a:p>
          <a:p>
            <a:r>
              <a:rPr lang="es-AR" dirty="0"/>
              <a:t>    &lt;div </a:t>
            </a:r>
            <a:r>
              <a:rPr lang="es-AR" dirty="0" err="1"/>
              <a:t>class</a:t>
            </a:r>
            <a:r>
              <a:rPr lang="es-AR" dirty="0"/>
              <a:t>="</a:t>
            </a:r>
            <a:r>
              <a:rPr lang="es-AR" dirty="0" err="1"/>
              <a:t>row</a:t>
            </a:r>
            <a:r>
              <a:rPr lang="es-AR" dirty="0"/>
              <a:t> mt-5"&gt;</a:t>
            </a:r>
          </a:p>
          <a:p>
            <a:r>
              <a:rPr lang="es-AR" dirty="0"/>
              <a:t>        &lt;div </a:t>
            </a:r>
            <a:r>
              <a:rPr lang="es-AR" dirty="0" err="1"/>
              <a:t>class</a:t>
            </a:r>
            <a:r>
              <a:rPr lang="es-AR" dirty="0"/>
              <a:t>="col-md-4 mx-auto"&gt;</a:t>
            </a:r>
          </a:p>
          <a:p>
            <a:r>
              <a:rPr lang="es-AR" dirty="0"/>
              <a:t>            &lt;</a:t>
            </a:r>
            <a:r>
              <a:rPr lang="es-AR" dirty="0" err="1"/>
              <a:t>form</a:t>
            </a:r>
            <a:r>
              <a:rPr lang="es-AR" dirty="0"/>
              <a:t> (</a:t>
            </a:r>
            <a:r>
              <a:rPr lang="es-AR" dirty="0" err="1"/>
              <a:t>ngSubmit</a:t>
            </a:r>
            <a:r>
              <a:rPr lang="es-AR" dirty="0"/>
              <a:t>)="</a:t>
            </a:r>
            <a:r>
              <a:rPr lang="es-AR" dirty="0" err="1"/>
              <a:t>onCreate</a:t>
            </a:r>
            <a:r>
              <a:rPr lang="es-AR" dirty="0"/>
              <a:t>()" </a:t>
            </a:r>
            <a:r>
              <a:rPr lang="es-AR" dirty="0" err="1"/>
              <a:t>novalidate</a:t>
            </a:r>
            <a:r>
              <a:rPr lang="es-AR" dirty="0"/>
              <a:t> #f="</a:t>
            </a:r>
            <a:r>
              <a:rPr lang="es-AR" dirty="0" err="1"/>
              <a:t>ngForm</a:t>
            </a:r>
            <a:r>
              <a:rPr lang="es-AR" dirty="0"/>
              <a:t>"&gt;</a:t>
            </a:r>
          </a:p>
          <a:p>
            <a:r>
              <a:rPr lang="es-AR" dirty="0"/>
              <a:t>                &lt;div </a:t>
            </a:r>
            <a:r>
              <a:rPr lang="es-AR" dirty="0" err="1"/>
              <a:t>class</a:t>
            </a:r>
            <a:r>
              <a:rPr lang="es-AR" dirty="0"/>
              <a:t>="</a:t>
            </a:r>
            <a:r>
              <a:rPr lang="es-AR" dirty="0" err="1"/>
              <a:t>form-group</a:t>
            </a:r>
            <a:r>
              <a:rPr lang="es-AR" dirty="0"/>
              <a:t>"&gt;</a:t>
            </a:r>
          </a:p>
          <a:p>
            <a:r>
              <a:rPr lang="es-AR" dirty="0"/>
              <a:t>                    &lt;</a:t>
            </a:r>
            <a:r>
              <a:rPr lang="es-AR" dirty="0" err="1"/>
              <a:t>label</a:t>
            </a:r>
            <a:r>
              <a:rPr lang="es-AR" dirty="0"/>
              <a:t> </a:t>
            </a:r>
            <a:r>
              <a:rPr lang="es-AR" dirty="0" err="1"/>
              <a:t>for</a:t>
            </a:r>
            <a:r>
              <a:rPr lang="es-AR" dirty="0"/>
              <a:t>="usuario"&gt;Usuario&lt;/</a:t>
            </a:r>
            <a:r>
              <a:rPr lang="es-AR" dirty="0" err="1"/>
              <a:t>label</a:t>
            </a:r>
            <a:r>
              <a:rPr lang="es-AR" dirty="0"/>
              <a:t>&gt;</a:t>
            </a:r>
          </a:p>
          <a:p>
            <a:r>
              <a:rPr lang="es-AR" dirty="0"/>
              <a:t>                    &lt;input </a:t>
            </a:r>
            <a:r>
              <a:rPr lang="es-AR" dirty="0" err="1"/>
              <a:t>type</a:t>
            </a:r>
            <a:r>
              <a:rPr lang="es-AR" dirty="0"/>
              <a:t>="</a:t>
            </a:r>
            <a:r>
              <a:rPr lang="es-AR" dirty="0" err="1"/>
              <a:t>text</a:t>
            </a:r>
            <a:r>
              <a:rPr lang="es-AR" dirty="0"/>
              <a:t>" </a:t>
            </a:r>
            <a:r>
              <a:rPr lang="es-AR" dirty="0" err="1"/>
              <a:t>class</a:t>
            </a:r>
            <a:r>
              <a:rPr lang="es-AR" dirty="0"/>
              <a:t>="</a:t>
            </a:r>
            <a:r>
              <a:rPr lang="es-AR" dirty="0" err="1"/>
              <a:t>form</a:t>
            </a:r>
            <a:r>
              <a:rPr lang="es-AR" dirty="0"/>
              <a:t>-control" </a:t>
            </a:r>
            <a:r>
              <a:rPr lang="es-AR" dirty="0" err="1"/>
              <a:t>name</a:t>
            </a:r>
            <a:r>
              <a:rPr lang="es-AR" dirty="0"/>
              <a:t>="usuario" id="</a:t>
            </a:r>
            <a:r>
              <a:rPr lang="es-AR" dirty="0" err="1"/>
              <a:t>txtusuario</a:t>
            </a:r>
            <a:r>
              <a:rPr lang="es-AR" dirty="0"/>
              <a:t>" [(</a:t>
            </a:r>
            <a:r>
              <a:rPr lang="es-AR" dirty="0" err="1"/>
              <a:t>ngModel</a:t>
            </a:r>
            <a:r>
              <a:rPr lang="es-AR" dirty="0"/>
              <a:t>)]="_usuario" </a:t>
            </a:r>
            <a:r>
              <a:rPr lang="es-AR" dirty="0" err="1"/>
              <a:t>required</a:t>
            </a:r>
            <a:r>
              <a:rPr lang="es-AR" dirty="0"/>
              <a:t>&gt;</a:t>
            </a:r>
          </a:p>
          <a:p>
            <a:r>
              <a:rPr lang="es-AR" dirty="0"/>
              <a:t>                &lt;/div&gt;</a:t>
            </a:r>
          </a:p>
          <a:p>
            <a:r>
              <a:rPr lang="es-AR" dirty="0"/>
              <a:t>               </a:t>
            </a:r>
          </a:p>
        </p:txBody>
      </p:sp>
    </p:spTree>
    <p:extLst>
      <p:ext uri="{BB962C8B-B14F-4D97-AF65-F5344CB8AC3E}">
        <p14:creationId xmlns:p14="http://schemas.microsoft.com/office/powerpoint/2010/main" val="3335387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nuevo-usuarios.component.html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Alta de 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a:t>   &lt;div </a:t>
            </a:r>
            <a:r>
              <a:rPr lang="es-AR" dirty="0" err="1"/>
              <a:t>class</a:t>
            </a:r>
            <a:r>
              <a:rPr lang="es-AR" dirty="0"/>
              <a:t>="</a:t>
            </a:r>
            <a:r>
              <a:rPr lang="es-AR" dirty="0" err="1"/>
              <a:t>form-group</a:t>
            </a:r>
            <a:r>
              <a:rPr lang="es-AR" dirty="0"/>
              <a:t>"&gt;</a:t>
            </a:r>
          </a:p>
          <a:p>
            <a:r>
              <a:rPr lang="es-AR" dirty="0"/>
              <a:t>                    &lt;</a:t>
            </a:r>
            <a:r>
              <a:rPr lang="es-AR" dirty="0" err="1"/>
              <a:t>label</a:t>
            </a:r>
            <a:r>
              <a:rPr lang="es-AR" dirty="0"/>
              <a:t> </a:t>
            </a:r>
            <a:r>
              <a:rPr lang="es-AR" dirty="0" err="1"/>
              <a:t>for</a:t>
            </a:r>
            <a:r>
              <a:rPr lang="es-AR" dirty="0"/>
              <a:t>="</a:t>
            </a:r>
            <a:r>
              <a:rPr lang="es-AR" dirty="0" err="1"/>
              <a:t>password</a:t>
            </a:r>
            <a:r>
              <a:rPr lang="es-AR" dirty="0"/>
              <a:t>"&gt;</a:t>
            </a:r>
            <a:r>
              <a:rPr lang="es-AR" dirty="0" err="1"/>
              <a:t>Password</a:t>
            </a:r>
            <a:r>
              <a:rPr lang="es-AR" dirty="0"/>
              <a:t>&lt;/</a:t>
            </a:r>
            <a:r>
              <a:rPr lang="es-AR" dirty="0" err="1"/>
              <a:t>label</a:t>
            </a:r>
            <a:r>
              <a:rPr lang="es-AR" dirty="0"/>
              <a:t>&gt;</a:t>
            </a:r>
          </a:p>
          <a:p>
            <a:r>
              <a:rPr lang="es-AR" dirty="0"/>
              <a:t>                    &lt;input </a:t>
            </a:r>
            <a:r>
              <a:rPr lang="es-AR" dirty="0" err="1"/>
              <a:t>type</a:t>
            </a:r>
            <a:r>
              <a:rPr lang="es-AR" dirty="0"/>
              <a:t>="</a:t>
            </a:r>
            <a:r>
              <a:rPr lang="es-AR" dirty="0" err="1"/>
              <a:t>text</a:t>
            </a:r>
            <a:r>
              <a:rPr lang="es-AR" dirty="0"/>
              <a:t>" </a:t>
            </a:r>
            <a:r>
              <a:rPr lang="es-AR" dirty="0" err="1"/>
              <a:t>class</a:t>
            </a:r>
            <a:r>
              <a:rPr lang="es-AR" dirty="0"/>
              <a:t>="</a:t>
            </a:r>
            <a:r>
              <a:rPr lang="es-AR" dirty="0" err="1"/>
              <a:t>form</a:t>
            </a:r>
            <a:r>
              <a:rPr lang="es-AR" dirty="0"/>
              <a:t>-control" </a:t>
            </a:r>
            <a:r>
              <a:rPr lang="es-AR" dirty="0" err="1"/>
              <a:t>name</a:t>
            </a:r>
            <a:r>
              <a:rPr lang="es-AR" dirty="0"/>
              <a:t>="</a:t>
            </a:r>
            <a:r>
              <a:rPr lang="es-AR" dirty="0" err="1"/>
              <a:t>password</a:t>
            </a:r>
            <a:r>
              <a:rPr lang="es-AR" dirty="0"/>
              <a:t>" id="</a:t>
            </a:r>
            <a:r>
              <a:rPr lang="es-AR" dirty="0" err="1"/>
              <a:t>txtpassword</a:t>
            </a:r>
            <a:r>
              <a:rPr lang="es-AR" dirty="0"/>
              <a:t>" [(</a:t>
            </a:r>
            <a:r>
              <a:rPr lang="es-AR" dirty="0" err="1"/>
              <a:t>ngModel</a:t>
            </a:r>
            <a:r>
              <a:rPr lang="es-AR" dirty="0"/>
              <a:t>)]="_</a:t>
            </a:r>
            <a:r>
              <a:rPr lang="es-AR" dirty="0" err="1"/>
              <a:t>password</a:t>
            </a:r>
            <a:r>
              <a:rPr lang="es-AR" dirty="0"/>
              <a:t>" </a:t>
            </a:r>
            <a:r>
              <a:rPr lang="es-AR" dirty="0" err="1"/>
              <a:t>required</a:t>
            </a:r>
            <a:r>
              <a:rPr lang="es-AR" dirty="0"/>
              <a:t>&gt;</a:t>
            </a:r>
          </a:p>
          <a:p>
            <a:r>
              <a:rPr lang="es-AR" dirty="0"/>
              <a:t>                &lt;/div&gt;</a:t>
            </a:r>
          </a:p>
          <a:p>
            <a:r>
              <a:rPr lang="es-AR" dirty="0"/>
              <a:t>                &lt;div </a:t>
            </a:r>
            <a:r>
              <a:rPr lang="es-AR" dirty="0" err="1"/>
              <a:t>class</a:t>
            </a:r>
            <a:r>
              <a:rPr lang="es-AR" dirty="0"/>
              <a:t>="</a:t>
            </a:r>
            <a:r>
              <a:rPr lang="es-AR" dirty="0" err="1"/>
              <a:t>form-group</a:t>
            </a:r>
            <a:r>
              <a:rPr lang="es-AR" dirty="0"/>
              <a:t>"&gt;</a:t>
            </a:r>
          </a:p>
          <a:p>
            <a:r>
              <a:rPr lang="es-AR" dirty="0"/>
              <a:t>                    &lt;</a:t>
            </a:r>
            <a:r>
              <a:rPr lang="es-AR" dirty="0" err="1"/>
              <a:t>label</a:t>
            </a:r>
            <a:r>
              <a:rPr lang="es-AR" dirty="0"/>
              <a:t> </a:t>
            </a:r>
            <a:r>
              <a:rPr lang="es-AR" dirty="0" err="1"/>
              <a:t>for</a:t>
            </a:r>
            <a:r>
              <a:rPr lang="es-AR" dirty="0"/>
              <a:t>="email"&gt;Email&lt;/</a:t>
            </a:r>
            <a:r>
              <a:rPr lang="es-AR" dirty="0" err="1"/>
              <a:t>label</a:t>
            </a:r>
            <a:r>
              <a:rPr lang="es-AR" dirty="0"/>
              <a:t>&gt;</a:t>
            </a:r>
          </a:p>
          <a:p>
            <a:r>
              <a:rPr lang="es-AR" dirty="0"/>
              <a:t>                    &lt;input </a:t>
            </a:r>
            <a:r>
              <a:rPr lang="es-AR" dirty="0" err="1"/>
              <a:t>type</a:t>
            </a:r>
            <a:r>
              <a:rPr lang="es-AR" dirty="0"/>
              <a:t>="</a:t>
            </a:r>
            <a:r>
              <a:rPr lang="es-AR" dirty="0" err="1"/>
              <a:t>text</a:t>
            </a:r>
            <a:r>
              <a:rPr lang="es-AR" dirty="0"/>
              <a:t>" </a:t>
            </a:r>
            <a:r>
              <a:rPr lang="es-AR" dirty="0" err="1"/>
              <a:t>class</a:t>
            </a:r>
            <a:r>
              <a:rPr lang="es-AR" dirty="0"/>
              <a:t>="</a:t>
            </a:r>
            <a:r>
              <a:rPr lang="es-AR" dirty="0" err="1"/>
              <a:t>form</a:t>
            </a:r>
            <a:r>
              <a:rPr lang="es-AR" dirty="0"/>
              <a:t>-control" </a:t>
            </a:r>
            <a:r>
              <a:rPr lang="es-AR" dirty="0" err="1"/>
              <a:t>name</a:t>
            </a:r>
            <a:r>
              <a:rPr lang="es-AR" dirty="0"/>
              <a:t>="email" id="</a:t>
            </a:r>
            <a:r>
              <a:rPr lang="es-AR" dirty="0" err="1"/>
              <a:t>txtemail</a:t>
            </a:r>
            <a:r>
              <a:rPr lang="es-AR" dirty="0"/>
              <a:t>" [(</a:t>
            </a:r>
            <a:r>
              <a:rPr lang="es-AR" dirty="0" err="1"/>
              <a:t>ngModel</a:t>
            </a:r>
            <a:r>
              <a:rPr lang="es-AR" dirty="0"/>
              <a:t>)]="_email" </a:t>
            </a:r>
            <a:r>
              <a:rPr lang="es-AR" dirty="0" err="1"/>
              <a:t>required</a:t>
            </a:r>
            <a:r>
              <a:rPr lang="es-AR" dirty="0"/>
              <a:t>&gt;</a:t>
            </a:r>
          </a:p>
          <a:p>
            <a:r>
              <a:rPr lang="es-AR" dirty="0"/>
              <a:t>                &lt;/div</a:t>
            </a:r>
            <a:r>
              <a:rPr lang="es-AR" dirty="0" smtClean="0"/>
              <a:t>&gt;</a:t>
            </a:r>
          </a:p>
          <a:p>
            <a:r>
              <a:rPr lang="es-AR" dirty="0" smtClean="0"/>
              <a:t>	&lt;</a:t>
            </a:r>
            <a:r>
              <a:rPr lang="es-AR" dirty="0"/>
              <a:t>p&gt;&lt;/p</a:t>
            </a:r>
            <a:r>
              <a:rPr lang="es-AR" dirty="0" smtClean="0"/>
              <a:t>&gt;</a:t>
            </a:r>
            <a:endParaRPr lang="es-AR" dirty="0"/>
          </a:p>
          <a:p>
            <a:r>
              <a:rPr lang="es-AR" dirty="0"/>
              <a:t>                &lt;</a:t>
            </a:r>
            <a:r>
              <a:rPr lang="es-AR" dirty="0" err="1"/>
              <a:t>button</a:t>
            </a:r>
            <a:r>
              <a:rPr lang="es-AR" dirty="0"/>
              <a:t> </a:t>
            </a:r>
            <a:r>
              <a:rPr lang="es-AR" dirty="0" err="1"/>
              <a:t>class</a:t>
            </a:r>
            <a:r>
              <a:rPr lang="es-AR" dirty="0"/>
              <a:t>="</a:t>
            </a:r>
            <a:r>
              <a:rPr lang="es-AR" dirty="0" err="1"/>
              <a:t>btn</a:t>
            </a:r>
            <a:r>
              <a:rPr lang="es-AR" dirty="0"/>
              <a:t> </a:t>
            </a:r>
            <a:r>
              <a:rPr lang="es-AR" dirty="0" err="1"/>
              <a:t>btn-outline-success</a:t>
            </a:r>
            <a:r>
              <a:rPr lang="es-AR" dirty="0"/>
              <a:t>" [</a:t>
            </a:r>
            <a:r>
              <a:rPr lang="es-AR" dirty="0" err="1"/>
              <a:t>disabled</a:t>
            </a:r>
            <a:r>
              <a:rPr lang="es-AR" dirty="0"/>
              <a:t>]="!</a:t>
            </a:r>
            <a:r>
              <a:rPr lang="es-AR" dirty="0" err="1"/>
              <a:t>f.valid</a:t>
            </a:r>
            <a:r>
              <a:rPr lang="es-AR" dirty="0"/>
              <a:t>"&gt;Crear&lt;/</a:t>
            </a:r>
            <a:r>
              <a:rPr lang="es-AR" dirty="0" err="1"/>
              <a:t>button</a:t>
            </a:r>
            <a:r>
              <a:rPr lang="es-AR" dirty="0"/>
              <a:t>&gt;</a:t>
            </a:r>
          </a:p>
          <a:p>
            <a:r>
              <a:rPr lang="es-AR" dirty="0"/>
              <a:t>            &lt;/</a:t>
            </a:r>
            <a:r>
              <a:rPr lang="es-AR" dirty="0" err="1"/>
              <a:t>form</a:t>
            </a:r>
            <a:r>
              <a:rPr lang="es-AR" dirty="0"/>
              <a:t>&gt;</a:t>
            </a:r>
          </a:p>
          <a:p>
            <a:r>
              <a:rPr lang="es-AR" dirty="0"/>
              <a:t>        &lt;/div&gt;</a:t>
            </a:r>
          </a:p>
          <a:p>
            <a:r>
              <a:rPr lang="es-AR" dirty="0"/>
              <a:t>    &lt;/div&gt;</a:t>
            </a:r>
          </a:p>
          <a:p>
            <a:r>
              <a:rPr lang="es-AR" dirty="0"/>
              <a:t>&lt;/div&gt;</a:t>
            </a:r>
          </a:p>
        </p:txBody>
      </p:sp>
    </p:spTree>
    <p:extLst>
      <p:ext uri="{BB962C8B-B14F-4D97-AF65-F5344CB8AC3E}">
        <p14:creationId xmlns:p14="http://schemas.microsoft.com/office/powerpoint/2010/main" val="3184771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Código Eliminar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3786288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Eliminación </a:t>
            </a:r>
            <a:r>
              <a:rPr lang="es-ES" sz="2400" b="1" dirty="0">
                <a:latin typeface="Encode Sans" panose="020B0604020202020204"/>
                <a:ea typeface="Calibri" panose="020F0502020204030204" pitchFamily="34" charset="0"/>
              </a:rPr>
              <a:t>de </a:t>
            </a:r>
            <a:r>
              <a:rPr lang="es-ES" sz="2400" b="1" dirty="0" smtClean="0">
                <a:latin typeface="Encode Sans" panose="020B0604020202020204"/>
                <a:ea typeface="Calibri" panose="020F0502020204030204" pitchFamily="34" charset="0"/>
              </a:rPr>
              <a:t>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pPr marL="285750" indent="-285750">
              <a:buFont typeface="Arial" pitchFamily="34" charset="0"/>
              <a:buChar char="•"/>
            </a:pPr>
            <a:r>
              <a:rPr lang="es-ES" dirty="0" smtClean="0"/>
              <a:t>Accedemos al archivo de listar usuarios y realizamos el siguiente agregado de código sobre el constructor agregamos el complemento del </a:t>
            </a:r>
            <a:r>
              <a:rPr lang="es-AR" dirty="0" err="1" smtClean="0"/>
              <a:t>ToastrService</a:t>
            </a:r>
            <a:r>
              <a:rPr lang="es-AR" dirty="0" smtClean="0"/>
              <a:t>, quedando de la siguiente manera</a:t>
            </a:r>
            <a:r>
              <a:rPr lang="es-ES" dirty="0" smtClean="0"/>
              <a:t>:</a:t>
            </a:r>
          </a:p>
          <a:p>
            <a:pPr marL="285750" indent="-285750">
              <a:buFont typeface="Arial" pitchFamily="34" charset="0"/>
              <a:buChar char="•"/>
            </a:pPr>
            <a:endParaRPr lang="es-ES" dirty="0" smtClean="0"/>
          </a:p>
          <a:p>
            <a:r>
              <a:rPr lang="es-AR" dirty="0"/>
              <a:t>constructor(</a:t>
            </a:r>
          </a:p>
          <a:p>
            <a:r>
              <a:rPr lang="es-AR" dirty="0"/>
              <a:t>    </a:t>
            </a:r>
            <a:r>
              <a:rPr lang="es-AR" dirty="0" err="1"/>
              <a:t>private</a:t>
            </a:r>
            <a:r>
              <a:rPr lang="es-AR" dirty="0"/>
              <a:t> </a:t>
            </a:r>
            <a:r>
              <a:rPr lang="es-AR" dirty="0" err="1"/>
              <a:t>usuarioService</a:t>
            </a:r>
            <a:r>
              <a:rPr lang="es-AR" dirty="0"/>
              <a:t>: </a:t>
            </a:r>
            <a:r>
              <a:rPr lang="es-AR" dirty="0" err="1"/>
              <a:t>UsuarioService</a:t>
            </a:r>
            <a:r>
              <a:rPr lang="es-AR" dirty="0"/>
              <a:t>,</a:t>
            </a:r>
          </a:p>
          <a:p>
            <a:r>
              <a:rPr lang="es-AR" dirty="0"/>
              <a:t>    </a:t>
            </a:r>
            <a:r>
              <a:rPr lang="es-AR" dirty="0" err="1"/>
              <a:t>private</a:t>
            </a:r>
            <a:r>
              <a:rPr lang="es-AR" dirty="0"/>
              <a:t> </a:t>
            </a:r>
            <a:r>
              <a:rPr lang="es-AR" dirty="0" err="1"/>
              <a:t>toastr</a:t>
            </a:r>
            <a:r>
              <a:rPr lang="es-AR" dirty="0"/>
              <a:t>: </a:t>
            </a:r>
            <a:r>
              <a:rPr lang="es-AR" dirty="0" err="1"/>
              <a:t>ToastrService</a:t>
            </a:r>
            <a:endParaRPr lang="es-AR" dirty="0"/>
          </a:p>
          <a:p>
            <a:r>
              <a:rPr lang="es-AR" dirty="0"/>
              <a:t>    ) { </a:t>
            </a:r>
            <a:r>
              <a:rPr lang="es-AR" dirty="0" smtClean="0"/>
              <a:t>}</a:t>
            </a:r>
            <a:endParaRPr lang="es-AR" dirty="0"/>
          </a:p>
        </p:txBody>
      </p:sp>
    </p:spTree>
    <p:extLst>
      <p:ext uri="{BB962C8B-B14F-4D97-AF65-F5344CB8AC3E}">
        <p14:creationId xmlns:p14="http://schemas.microsoft.com/office/powerpoint/2010/main" val="5950763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Eliminación </a:t>
            </a:r>
            <a:r>
              <a:rPr lang="es-ES" sz="2400" b="1" dirty="0">
                <a:latin typeface="Encode Sans" panose="020B0604020202020204"/>
                <a:ea typeface="Calibri" panose="020F0502020204030204" pitchFamily="34" charset="0"/>
              </a:rPr>
              <a:t>de </a:t>
            </a:r>
            <a:r>
              <a:rPr lang="es-ES" sz="2400" b="1" dirty="0" smtClean="0">
                <a:latin typeface="Encode Sans" panose="020B0604020202020204"/>
                <a:ea typeface="Calibri" panose="020F0502020204030204" pitchFamily="34" charset="0"/>
              </a:rPr>
              <a:t>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smtClean="0"/>
              <a:t>Se redefine el método de eliminar que anteriormente se manejaba solo con un </a:t>
            </a:r>
            <a:r>
              <a:rPr lang="es-ES" dirty="0" err="1" smtClean="0"/>
              <a:t>alert</a:t>
            </a:r>
            <a:r>
              <a:rPr lang="es-ES" dirty="0" smtClean="0"/>
              <a:t>, ahora se lo programa para que llama a servicio que permite realizar una eliminación lógica sobre el usuario seleccionado, quedando el código de la siguiente manera:</a:t>
            </a:r>
          </a:p>
          <a:p>
            <a:pPr marL="285750" indent="-285750">
              <a:buFont typeface="Arial" pitchFamily="34" charset="0"/>
              <a:buChar char="•"/>
            </a:pPr>
            <a:endParaRPr lang="es-ES" dirty="0" smtClean="0"/>
          </a:p>
          <a:p>
            <a:r>
              <a:rPr lang="es-AR" dirty="0"/>
              <a:t> </a:t>
            </a:r>
            <a:r>
              <a:rPr lang="es-AR" dirty="0" err="1"/>
              <a:t>EliminarUsuario</a:t>
            </a:r>
            <a:r>
              <a:rPr lang="es-AR" dirty="0"/>
              <a:t>(</a:t>
            </a:r>
            <a:r>
              <a:rPr lang="es-AR" dirty="0" err="1"/>
              <a:t>id:any</a:t>
            </a:r>
            <a:r>
              <a:rPr lang="es-AR" dirty="0"/>
              <a:t>){</a:t>
            </a:r>
          </a:p>
          <a:p>
            <a:r>
              <a:rPr lang="es-AR" dirty="0"/>
              <a:t>    </a:t>
            </a:r>
            <a:r>
              <a:rPr lang="es-AR" dirty="0" err="1"/>
              <a:t>this.usuarioService.delete</a:t>
            </a:r>
            <a:r>
              <a:rPr lang="es-AR" dirty="0"/>
              <a:t>(id).subscribe(</a:t>
            </a:r>
          </a:p>
          <a:p>
            <a:r>
              <a:rPr lang="es-AR" dirty="0"/>
              <a:t>      data=&gt;{</a:t>
            </a:r>
          </a:p>
          <a:p>
            <a:r>
              <a:rPr lang="es-AR" dirty="0"/>
              <a:t>        </a:t>
            </a:r>
            <a:r>
              <a:rPr lang="es-AR" dirty="0" err="1"/>
              <a:t>this.toastr.success</a:t>
            </a:r>
            <a:r>
              <a:rPr lang="es-AR" dirty="0"/>
              <a:t>('Usuario eliminado', 'Ok!', {</a:t>
            </a:r>
          </a:p>
          <a:p>
            <a:r>
              <a:rPr lang="es-AR" dirty="0"/>
              <a:t>          </a:t>
            </a:r>
            <a:r>
              <a:rPr lang="es-AR" dirty="0" err="1"/>
              <a:t>timeOut</a:t>
            </a:r>
            <a:r>
              <a:rPr lang="es-AR" dirty="0"/>
              <a:t>: 3000,</a:t>
            </a:r>
          </a:p>
          <a:p>
            <a:r>
              <a:rPr lang="es-AR" dirty="0"/>
              <a:t>        });</a:t>
            </a:r>
          </a:p>
          <a:p>
            <a:r>
              <a:rPr lang="es-AR" dirty="0"/>
              <a:t/>
            </a:r>
            <a:br>
              <a:rPr lang="es-AR" dirty="0"/>
            </a:br>
            <a:r>
              <a:rPr lang="es-AR" dirty="0"/>
              <a:t>        </a:t>
            </a:r>
            <a:r>
              <a:rPr lang="es-AR" dirty="0" err="1"/>
              <a:t>this.CargarUsuario</a:t>
            </a:r>
            <a:r>
              <a:rPr lang="es-AR" dirty="0"/>
              <a:t>();</a:t>
            </a:r>
          </a:p>
          <a:p>
            <a:r>
              <a:rPr lang="es-AR" dirty="0"/>
              <a:t>      },</a:t>
            </a:r>
          </a:p>
          <a:p>
            <a:r>
              <a:rPr lang="es-AR" dirty="0"/>
              <a:t>     </a:t>
            </a:r>
          </a:p>
        </p:txBody>
      </p:sp>
    </p:spTree>
    <p:extLst>
      <p:ext uri="{BB962C8B-B14F-4D97-AF65-F5344CB8AC3E}">
        <p14:creationId xmlns:p14="http://schemas.microsoft.com/office/powerpoint/2010/main" val="10937514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a:t>
            </a:r>
            <a:r>
              <a:rPr lang="es-ES" sz="2400" b="1" dirty="0" err="1" smtClean="0">
                <a:latin typeface="Encode Sans" panose="020B0604020202020204"/>
                <a:ea typeface="Calibri" panose="020F0502020204030204" pitchFamily="34" charset="0"/>
              </a:rPr>
              <a:t>usuarios.component.ts</a:t>
            </a:r>
            <a:r>
              <a:rPr lang="es-ES" sz="2400" b="1" dirty="0" smtClean="0">
                <a:latin typeface="Encode Sans" panose="020B0604020202020204"/>
                <a:ea typeface="Calibri" panose="020F0502020204030204" pitchFamily="34" charset="0"/>
              </a:rPr>
              <a:t>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Eliminación </a:t>
            </a:r>
            <a:r>
              <a:rPr lang="es-ES" sz="2400" b="1" dirty="0">
                <a:latin typeface="Encode Sans" panose="020B0604020202020204"/>
                <a:ea typeface="Calibri" panose="020F0502020204030204" pitchFamily="34" charset="0"/>
              </a:rPr>
              <a:t>de </a:t>
            </a:r>
            <a:r>
              <a:rPr lang="es-ES" sz="2400" b="1" dirty="0" smtClean="0">
                <a:latin typeface="Encode Sans" panose="020B0604020202020204"/>
                <a:ea typeface="Calibri" panose="020F0502020204030204" pitchFamily="34" charset="0"/>
              </a:rPr>
              <a:t>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r>
              <a:rPr lang="es-AR" dirty="0" err="1"/>
              <a:t>err</a:t>
            </a:r>
            <a:r>
              <a:rPr lang="es-AR" dirty="0"/>
              <a:t> =&gt; {</a:t>
            </a:r>
          </a:p>
          <a:p>
            <a:r>
              <a:rPr lang="es-AR" dirty="0"/>
              <a:t>        </a:t>
            </a:r>
            <a:r>
              <a:rPr lang="es-AR" dirty="0" err="1"/>
              <a:t>this.toastr.error</a:t>
            </a:r>
            <a:r>
              <a:rPr lang="es-AR" dirty="0"/>
              <a:t>('Usuario no fue eliminado', '</a:t>
            </a:r>
            <a:r>
              <a:rPr lang="es-AR" dirty="0" err="1"/>
              <a:t>Fail</a:t>
            </a:r>
            <a:r>
              <a:rPr lang="es-AR" dirty="0"/>
              <a:t>!', {</a:t>
            </a:r>
          </a:p>
          <a:p>
            <a:r>
              <a:rPr lang="es-AR" dirty="0"/>
              <a:t>          </a:t>
            </a:r>
            <a:r>
              <a:rPr lang="es-AR" dirty="0" err="1"/>
              <a:t>timeOut</a:t>
            </a:r>
            <a:r>
              <a:rPr lang="es-AR" dirty="0"/>
              <a:t>: 3000,</a:t>
            </a:r>
          </a:p>
          <a:p>
            <a:r>
              <a:rPr lang="es-AR" dirty="0"/>
              <a:t>        });</a:t>
            </a:r>
          </a:p>
          <a:p>
            <a:r>
              <a:rPr lang="es-AR" dirty="0"/>
              <a:t>      }</a:t>
            </a:r>
          </a:p>
          <a:p>
            <a:r>
              <a:rPr lang="es-AR" dirty="0"/>
              <a:t>    );</a:t>
            </a:r>
          </a:p>
          <a:p>
            <a:r>
              <a:rPr lang="es-AR" dirty="0"/>
              <a:t>  </a:t>
            </a:r>
            <a:r>
              <a:rPr lang="es-AR" dirty="0" smtClean="0"/>
              <a:t>}</a:t>
            </a:r>
            <a:r>
              <a:rPr lang="es-AR" dirty="0"/>
              <a:t>     </a:t>
            </a:r>
          </a:p>
        </p:txBody>
      </p:sp>
    </p:spTree>
    <p:extLst>
      <p:ext uri="{BB962C8B-B14F-4D97-AF65-F5344CB8AC3E}">
        <p14:creationId xmlns:p14="http://schemas.microsoft.com/office/powerpoint/2010/main" val="9622486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 xmlns:a16="http://schemas.microsoft.com/office/drawing/2014/main"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err="1" smtClean="0">
                <a:solidFill>
                  <a:srgbClr val="0070C0"/>
                </a:solidFill>
                <a:latin typeface="Georgia"/>
                <a:ea typeface="Georgia"/>
                <a:cs typeface="Georgia"/>
                <a:sym typeface="Georgia"/>
              </a:rPr>
              <a:t>Html</a:t>
            </a:r>
            <a:r>
              <a:rPr lang="es-AR" sz="4000" b="1" dirty="0" smtClean="0">
                <a:solidFill>
                  <a:srgbClr val="0070C0"/>
                </a:solidFill>
                <a:latin typeface="Georgia"/>
                <a:ea typeface="Georgia"/>
                <a:cs typeface="Georgia"/>
                <a:sym typeface="Georgia"/>
              </a:rPr>
              <a:t> Eliminar - CRUD Angular Front </a:t>
            </a:r>
            <a:r>
              <a:rPr lang="es-AR" sz="4000" b="1" dirty="0" err="1" smtClean="0">
                <a:solidFill>
                  <a:srgbClr val="0070C0"/>
                </a:solidFill>
                <a:latin typeface="Georgia"/>
                <a:ea typeface="Georgia"/>
                <a:cs typeface="Georgia"/>
                <a:sym typeface="Georgia"/>
              </a:rPr>
              <a:t>End</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150102385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 xmlns:a16="http://schemas.microsoft.com/office/drawing/2014/main"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Archivo </a:t>
            </a:r>
            <a:r>
              <a:rPr lang="es-ES" sz="2400" b="1" dirty="0" smtClean="0">
                <a:latin typeface="Encode Sans" panose="020B0604020202020204"/>
                <a:ea typeface="Calibri" panose="020F0502020204030204" pitchFamily="34" charset="0"/>
              </a:rPr>
              <a:t>listar-usuarios.component.html </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Eliminación </a:t>
            </a:r>
            <a:r>
              <a:rPr lang="es-ES" sz="2400" b="1" dirty="0">
                <a:latin typeface="Encode Sans" panose="020B0604020202020204"/>
                <a:ea typeface="Calibri" panose="020F0502020204030204" pitchFamily="34" charset="0"/>
              </a:rPr>
              <a:t>de </a:t>
            </a:r>
            <a:r>
              <a:rPr lang="es-ES" sz="2400" b="1" dirty="0" smtClean="0">
                <a:latin typeface="Encode Sans" panose="020B0604020202020204"/>
                <a:ea typeface="Calibri" panose="020F0502020204030204" pitchFamily="34" charset="0"/>
              </a:rPr>
              <a:t>usuarios</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2"/>
          </a:xfrm>
          <a:prstGeom prst="rect">
            <a:avLst/>
          </a:prstGeom>
        </p:spPr>
        <p:txBody>
          <a:bodyPr wrap="square">
            <a:spAutoFit/>
          </a:bodyPr>
          <a:lstStyle/>
          <a:p>
            <a:pPr marL="285750" indent="-285750">
              <a:buFont typeface="Arial" pitchFamily="34" charset="0"/>
              <a:buChar char="•"/>
            </a:pPr>
            <a:r>
              <a:rPr lang="es-ES" dirty="0" smtClean="0"/>
              <a:t>No se realizaron cambios alguno, se mantiene la programación que ya existían en dicho botón.</a:t>
            </a:r>
            <a:endParaRPr lang="es-AR" dirty="0"/>
          </a:p>
        </p:txBody>
      </p:sp>
    </p:spTree>
    <p:extLst>
      <p:ext uri="{BB962C8B-B14F-4D97-AF65-F5344CB8AC3E}">
        <p14:creationId xmlns:p14="http://schemas.microsoft.com/office/powerpoint/2010/main" val="32037797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Shape 136"/>
        <p:cNvGrpSpPr/>
        <p:nvPr/>
      </p:nvGrpSpPr>
      <p:grpSpPr>
        <a:xfrm>
          <a:off x="0" y="0"/>
          <a:ext cx="0" cy="0"/>
          <a:chOff x="0" y="0"/>
          <a:chExt cx="0" cy="0"/>
        </a:xfrm>
      </p:grpSpPr>
      <p:sp>
        <p:nvSpPr>
          <p:cNvPr id="137" name="Google Shape;137;p31"/>
          <p:cNvSpPr txBox="1"/>
          <p:nvPr/>
        </p:nvSpPr>
        <p:spPr>
          <a:xfrm>
            <a:off x="804220" y="2251200"/>
            <a:ext cx="9507200" cy="1816800"/>
          </a:xfrm>
          <a:prstGeom prst="rect">
            <a:avLst/>
          </a:prstGeom>
          <a:noFill/>
          <a:ln>
            <a:noFill/>
          </a:ln>
        </p:spPr>
        <p:txBody>
          <a:bodyPr spcFirstLastPara="1" wrap="square" lIns="121900" tIns="120000" rIns="121900" bIns="0" anchor="t" anchorCtr="0">
            <a:noAutofit/>
          </a:bodyPr>
          <a:lstStyle/>
          <a:p>
            <a:pPr defTabSz="1219170">
              <a:buClr>
                <a:srgbClr val="000000"/>
              </a:buClr>
              <a:buSzPts val="4000"/>
            </a:pPr>
            <a:r>
              <a:rPr lang="es-AR" sz="5333" b="1" kern="0" dirty="0" smtClean="0">
                <a:solidFill>
                  <a:srgbClr val="FADA54"/>
                </a:solidFill>
                <a:latin typeface="Encode Sans"/>
                <a:ea typeface="Encode Sans"/>
                <a:cs typeface="Encode Sans"/>
                <a:sym typeface="Encode Sans"/>
              </a:rPr>
              <a:t>Fin Presentación.</a:t>
            </a:r>
            <a:endParaRPr sz="5333" b="1" kern="0" dirty="0">
              <a:solidFill>
                <a:srgbClr val="FADA54"/>
              </a:solidFill>
              <a:latin typeface="Encode Sans"/>
              <a:ea typeface="Encode Sans"/>
              <a:cs typeface="Encode Sans"/>
              <a:sym typeface="Encode Sans"/>
            </a:endParaRPr>
          </a:p>
        </p:txBody>
      </p:sp>
      <p:cxnSp>
        <p:nvCxnSpPr>
          <p:cNvPr id="139" name="Google Shape;139;p31"/>
          <p:cNvCxnSpPr/>
          <p:nvPr/>
        </p:nvCxnSpPr>
        <p:spPr>
          <a:xfrm rot="10800000">
            <a:off x="959347" y="4522684"/>
            <a:ext cx="2529200" cy="3200"/>
          </a:xfrm>
          <a:prstGeom prst="straightConnector1">
            <a:avLst/>
          </a:prstGeom>
          <a:noFill/>
          <a:ln w="9525" cap="flat" cmpd="sng">
            <a:solidFill>
              <a:srgbClr val="F2F2F2"/>
            </a:solidFill>
            <a:prstDash val="solid"/>
            <a:round/>
            <a:headEnd type="none" w="sm" len="sm"/>
            <a:tailEnd type="none" w="sm" len="sm"/>
          </a:ln>
        </p:spPr>
      </p:cxnSp>
    </p:spTree>
    <p:extLst>
      <p:ext uri="{BB962C8B-B14F-4D97-AF65-F5344CB8AC3E}">
        <p14:creationId xmlns:p14="http://schemas.microsoft.com/office/powerpoint/2010/main" val="176319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15059</TotalTime>
  <Words>1987</Words>
  <Application>Microsoft Office PowerPoint</Application>
  <PresentationFormat>Personalizado</PresentationFormat>
  <Paragraphs>563</Paragraphs>
  <Slides>62</Slides>
  <Notes>62</Notes>
  <HiddenSlides>0</HiddenSlides>
  <MMClips>0</MMClips>
  <ScaleCrop>false</ScaleCrop>
  <HeadingPairs>
    <vt:vector size="4" baseType="variant">
      <vt:variant>
        <vt:lpstr>Tema</vt:lpstr>
      </vt:variant>
      <vt:variant>
        <vt:i4>1</vt:i4>
      </vt:variant>
      <vt:variant>
        <vt:lpstr>Títulos de diapositiva</vt:lpstr>
      </vt:variant>
      <vt:variant>
        <vt:i4>62</vt:i4>
      </vt:variant>
    </vt:vector>
  </HeadingPairs>
  <TitlesOfParts>
    <vt:vector size="63"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Estrella Noemí Pujol</dc:creator>
  <cp:lastModifiedBy>Jomolca</cp:lastModifiedBy>
  <cp:revision>733</cp:revision>
  <cp:lastPrinted>2021-12-27T10:45:11Z</cp:lastPrinted>
  <dcterms:created xsi:type="dcterms:W3CDTF">2021-07-26T23:29:19Z</dcterms:created>
  <dcterms:modified xsi:type="dcterms:W3CDTF">2022-04-18T17:52:38Z</dcterms:modified>
</cp:coreProperties>
</file>