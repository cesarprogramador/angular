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sldIdLst>
    <p:sldId id="257" r:id="rId2"/>
    <p:sldId id="300" r:id="rId3"/>
    <p:sldId id="277" r:id="rId4"/>
    <p:sldId id="304" r:id="rId5"/>
    <p:sldId id="298" r:id="rId6"/>
    <p:sldId id="299" r:id="rId7"/>
    <p:sldId id="259" r:id="rId8"/>
    <p:sldId id="260" r:id="rId9"/>
    <p:sldId id="261" r:id="rId10"/>
    <p:sldId id="278" r:id="rId11"/>
    <p:sldId id="301" r:id="rId12"/>
    <p:sldId id="279" r:id="rId13"/>
    <p:sldId id="283" r:id="rId14"/>
    <p:sldId id="302" r:id="rId15"/>
    <p:sldId id="287" r:id="rId16"/>
    <p:sldId id="262" r:id="rId17"/>
    <p:sldId id="271" r:id="rId18"/>
    <p:sldId id="272" r:id="rId19"/>
    <p:sldId id="288" r:id="rId20"/>
    <p:sldId id="263" r:id="rId21"/>
    <p:sldId id="264" r:id="rId22"/>
    <p:sldId id="265" r:id="rId23"/>
    <p:sldId id="273" r:id="rId24"/>
    <p:sldId id="276" r:id="rId25"/>
    <p:sldId id="275" r:id="rId26"/>
    <p:sldId id="266" r:id="rId27"/>
    <p:sldId id="268" r:id="rId28"/>
    <p:sldId id="267" r:id="rId29"/>
    <p:sldId id="269" r:id="rId30"/>
    <p:sldId id="281" r:id="rId31"/>
    <p:sldId id="274" r:id="rId32"/>
    <p:sldId id="282" r:id="rId33"/>
    <p:sldId id="290" r:id="rId34"/>
    <p:sldId id="280" r:id="rId35"/>
    <p:sldId id="305" r:id="rId36"/>
    <p:sldId id="306" r:id="rId37"/>
    <p:sldId id="292" r:id="rId38"/>
    <p:sldId id="294" r:id="rId39"/>
    <p:sldId id="296" r:id="rId4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onstantia" pitchFamily="18" charset="0"/>
        <a:ea typeface="+mn-ea"/>
        <a:cs typeface="Arial" pitchFamily="34" charset="0"/>
      </a:defRPr>
    </a:lvl1pPr>
    <a:lvl2pPr marL="457200" algn="l" rtl="0" fontAlgn="base">
      <a:spcBef>
        <a:spcPct val="0"/>
      </a:spcBef>
      <a:spcAft>
        <a:spcPct val="0"/>
      </a:spcAft>
      <a:defRPr kern="1200">
        <a:solidFill>
          <a:schemeClr val="tx1"/>
        </a:solidFill>
        <a:latin typeface="Constantia" pitchFamily="18" charset="0"/>
        <a:ea typeface="+mn-ea"/>
        <a:cs typeface="Arial" pitchFamily="34" charset="0"/>
      </a:defRPr>
    </a:lvl2pPr>
    <a:lvl3pPr marL="914400" algn="l" rtl="0" fontAlgn="base">
      <a:spcBef>
        <a:spcPct val="0"/>
      </a:spcBef>
      <a:spcAft>
        <a:spcPct val="0"/>
      </a:spcAft>
      <a:defRPr kern="1200">
        <a:solidFill>
          <a:schemeClr val="tx1"/>
        </a:solidFill>
        <a:latin typeface="Constantia" pitchFamily="18" charset="0"/>
        <a:ea typeface="+mn-ea"/>
        <a:cs typeface="Arial" pitchFamily="34" charset="0"/>
      </a:defRPr>
    </a:lvl3pPr>
    <a:lvl4pPr marL="1371600" algn="l" rtl="0" fontAlgn="base">
      <a:spcBef>
        <a:spcPct val="0"/>
      </a:spcBef>
      <a:spcAft>
        <a:spcPct val="0"/>
      </a:spcAft>
      <a:defRPr kern="1200">
        <a:solidFill>
          <a:schemeClr val="tx1"/>
        </a:solidFill>
        <a:latin typeface="Constantia" pitchFamily="18" charset="0"/>
        <a:ea typeface="+mn-ea"/>
        <a:cs typeface="Arial" pitchFamily="34" charset="0"/>
      </a:defRPr>
    </a:lvl4pPr>
    <a:lvl5pPr marL="1828800" algn="l" rtl="0" fontAlgn="base">
      <a:spcBef>
        <a:spcPct val="0"/>
      </a:spcBef>
      <a:spcAft>
        <a:spcPct val="0"/>
      </a:spcAft>
      <a:defRPr kern="1200">
        <a:solidFill>
          <a:schemeClr val="tx1"/>
        </a:solidFill>
        <a:latin typeface="Constantia" pitchFamily="18" charset="0"/>
        <a:ea typeface="+mn-ea"/>
        <a:cs typeface="Arial" pitchFamily="34" charset="0"/>
      </a:defRPr>
    </a:lvl5pPr>
    <a:lvl6pPr marL="2286000" algn="l" defTabSz="914400" rtl="0" eaLnBrk="1" latinLnBrk="0" hangingPunct="1">
      <a:defRPr kern="1200">
        <a:solidFill>
          <a:schemeClr val="tx1"/>
        </a:solidFill>
        <a:latin typeface="Constantia" pitchFamily="18" charset="0"/>
        <a:ea typeface="+mn-ea"/>
        <a:cs typeface="Arial" pitchFamily="34" charset="0"/>
      </a:defRPr>
    </a:lvl6pPr>
    <a:lvl7pPr marL="2743200" algn="l" defTabSz="914400" rtl="0" eaLnBrk="1" latinLnBrk="0" hangingPunct="1">
      <a:defRPr kern="1200">
        <a:solidFill>
          <a:schemeClr val="tx1"/>
        </a:solidFill>
        <a:latin typeface="Constantia" pitchFamily="18" charset="0"/>
        <a:ea typeface="+mn-ea"/>
        <a:cs typeface="Arial" pitchFamily="34" charset="0"/>
      </a:defRPr>
    </a:lvl7pPr>
    <a:lvl8pPr marL="3200400" algn="l" defTabSz="914400" rtl="0" eaLnBrk="1" latinLnBrk="0" hangingPunct="1">
      <a:defRPr kern="1200">
        <a:solidFill>
          <a:schemeClr val="tx1"/>
        </a:solidFill>
        <a:latin typeface="Constantia" pitchFamily="18" charset="0"/>
        <a:ea typeface="+mn-ea"/>
        <a:cs typeface="Arial" pitchFamily="34" charset="0"/>
      </a:defRPr>
    </a:lvl8pPr>
    <a:lvl9pPr marL="3657600" algn="l" defTabSz="914400" rtl="0" eaLnBrk="1" latinLnBrk="0" hangingPunct="1">
      <a:defRPr kern="1200">
        <a:solidFill>
          <a:schemeClr val="tx1"/>
        </a:solidFill>
        <a:latin typeface="Constantia" pitchFamily="18" charset="0"/>
        <a:ea typeface="+mn-ea"/>
        <a:cs typeface="Arial"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0D66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398"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D2C61C-B461-45F0-87E4-0C97301430E4}" type="doc">
      <dgm:prSet loTypeId="urn:microsoft.com/office/officeart/2005/8/layout/orgChart1" loCatId="hierarchy" qsTypeId="urn:microsoft.com/office/officeart/2005/8/quickstyle/simple1" qsCatId="simple" csTypeId="urn:microsoft.com/office/officeart/2005/8/colors/accent1_2" csCatId="accent1" phldr="1"/>
      <dgm:spPr/>
    </dgm:pt>
    <dgm:pt modelId="{458BF0E9-1517-4380-B4BF-165402432A86}">
      <dgm:prSet/>
      <dgm:spPr>
        <a:solidFill>
          <a:srgbClr val="1F08A8"/>
        </a:solidFill>
        <a:effectLst>
          <a:outerShdw blurRad="50800" dist="38100" algn="l" rotWithShape="0">
            <a:prstClr val="black">
              <a:alpha val="40000"/>
            </a:prstClr>
          </a:outerShdw>
        </a:effectLst>
      </dgm:spPr>
      <dgm:t>
        <a:bodyPr/>
        <a:lstStyle/>
        <a:p>
          <a:pPr marR="0" algn="ctr" rtl="0"/>
          <a:r>
            <a:rPr lang="en-US" b="1" baseline="0" dirty="0" smtClean="0">
              <a:solidFill>
                <a:srgbClr val="FFFF00"/>
              </a:solidFill>
              <a:latin typeface="Arial"/>
            </a:rPr>
            <a:t>Base de </a:t>
          </a:r>
          <a:r>
            <a:rPr lang="en-US" b="1" baseline="0" dirty="0" err="1" smtClean="0">
              <a:solidFill>
                <a:srgbClr val="FFFF00"/>
              </a:solidFill>
              <a:latin typeface="Arial"/>
            </a:rPr>
            <a:t>datos</a:t>
          </a:r>
          <a:endParaRPr lang="es-MX" dirty="0" smtClean="0">
            <a:solidFill>
              <a:srgbClr val="FFFF00"/>
            </a:solidFill>
          </a:endParaRPr>
        </a:p>
      </dgm:t>
    </dgm:pt>
    <dgm:pt modelId="{4880764C-C6E2-4E83-A502-425733A38D4B}" type="parTrans" cxnId="{9CB03A70-FF7F-47CB-B6A3-8CDA0D3D4826}">
      <dgm:prSet/>
      <dgm:spPr/>
      <dgm:t>
        <a:bodyPr/>
        <a:lstStyle/>
        <a:p>
          <a:endParaRPr lang="es-MX"/>
        </a:p>
      </dgm:t>
    </dgm:pt>
    <dgm:pt modelId="{6B9D05B3-F8DC-43C3-A9A6-6BCEA800B6D4}" type="sibTrans" cxnId="{9CB03A70-FF7F-47CB-B6A3-8CDA0D3D4826}">
      <dgm:prSet/>
      <dgm:spPr/>
      <dgm:t>
        <a:bodyPr/>
        <a:lstStyle/>
        <a:p>
          <a:endParaRPr lang="es-MX"/>
        </a:p>
      </dgm:t>
    </dgm:pt>
    <dgm:pt modelId="{C9751330-1D36-43F5-9947-D6D6F5199A24}">
      <dgm:prSet/>
      <dgm:spPr>
        <a:solidFill>
          <a:srgbClr val="1F08A8"/>
        </a:solidFill>
        <a:effectLst>
          <a:outerShdw blurRad="50800" dist="38100" dir="16200000" rotWithShape="0">
            <a:prstClr val="black">
              <a:alpha val="40000"/>
            </a:prstClr>
          </a:outerShdw>
        </a:effectLst>
      </dgm:spPr>
      <dgm:t>
        <a:bodyPr/>
        <a:lstStyle/>
        <a:p>
          <a:pPr marR="0" algn="ctr" rtl="0"/>
          <a:r>
            <a:rPr lang="en-US" b="1" baseline="0" dirty="0" smtClean="0">
              <a:solidFill>
                <a:srgbClr val="FFFFFF"/>
              </a:solidFill>
              <a:latin typeface="Arial"/>
            </a:rPr>
            <a:t>Tablas</a:t>
          </a:r>
          <a:endParaRPr lang="es-MX" dirty="0" smtClean="0"/>
        </a:p>
      </dgm:t>
    </dgm:pt>
    <dgm:pt modelId="{DEE10323-F603-4A16-93E3-FC6B86600764}" type="parTrans" cxnId="{A3D50955-F10A-4900-91D9-32B2234DD098}">
      <dgm:prSet/>
      <dgm:spPr/>
      <dgm:t>
        <a:bodyPr/>
        <a:lstStyle/>
        <a:p>
          <a:endParaRPr lang="es-MX"/>
        </a:p>
      </dgm:t>
    </dgm:pt>
    <dgm:pt modelId="{20D31385-747E-424A-B7F9-1B0B5B93A431}" type="sibTrans" cxnId="{A3D50955-F10A-4900-91D9-32B2234DD098}">
      <dgm:prSet/>
      <dgm:spPr/>
      <dgm:t>
        <a:bodyPr/>
        <a:lstStyle/>
        <a:p>
          <a:endParaRPr lang="es-MX"/>
        </a:p>
      </dgm:t>
    </dgm:pt>
    <dgm:pt modelId="{54327BA4-CB67-4772-A71B-7ECB84B472B0}">
      <dgm:prSet/>
      <dgm:spPr>
        <a:solidFill>
          <a:srgbClr val="1F08A8"/>
        </a:solidFill>
        <a:effectLst>
          <a:outerShdw blurRad="50800" dist="38100" dir="16200000" rotWithShape="0">
            <a:prstClr val="black">
              <a:alpha val="40000"/>
            </a:prstClr>
          </a:outerShdw>
        </a:effectLst>
      </dgm:spPr>
      <dgm:t>
        <a:bodyPr/>
        <a:lstStyle/>
        <a:p>
          <a:pPr marR="0" algn="ctr" rtl="0"/>
          <a:r>
            <a:rPr lang="es-MX" b="1" dirty="0" smtClean="0">
              <a:latin typeface="Arial" pitchFamily="34" charset="0"/>
              <a:cs typeface="Arial" pitchFamily="34" charset="0"/>
            </a:rPr>
            <a:t>Consultas</a:t>
          </a:r>
          <a:endParaRPr lang="es-MX" dirty="0" smtClean="0"/>
        </a:p>
      </dgm:t>
    </dgm:pt>
    <dgm:pt modelId="{E8176B9D-D96F-4E1F-8BD2-CF26F24863E4}" type="parTrans" cxnId="{C577373C-69E0-4BDE-BD10-6EF4C8E57A72}">
      <dgm:prSet/>
      <dgm:spPr/>
      <dgm:t>
        <a:bodyPr/>
        <a:lstStyle/>
        <a:p>
          <a:endParaRPr lang="es-MX"/>
        </a:p>
      </dgm:t>
    </dgm:pt>
    <dgm:pt modelId="{A8AF56BE-C4D3-4818-B30A-83C610698663}" type="sibTrans" cxnId="{C577373C-69E0-4BDE-BD10-6EF4C8E57A72}">
      <dgm:prSet/>
      <dgm:spPr/>
      <dgm:t>
        <a:bodyPr/>
        <a:lstStyle/>
        <a:p>
          <a:endParaRPr lang="es-MX"/>
        </a:p>
      </dgm:t>
    </dgm:pt>
    <dgm:pt modelId="{795E6E29-1D04-4934-A560-A1FFFD123363}" type="pres">
      <dgm:prSet presAssocID="{DCD2C61C-B461-45F0-87E4-0C97301430E4}" presName="hierChild1" presStyleCnt="0">
        <dgm:presLayoutVars>
          <dgm:orgChart val="1"/>
          <dgm:chPref val="1"/>
          <dgm:dir/>
          <dgm:animOne val="branch"/>
          <dgm:animLvl val="lvl"/>
          <dgm:resizeHandles/>
        </dgm:presLayoutVars>
      </dgm:prSet>
      <dgm:spPr/>
    </dgm:pt>
    <dgm:pt modelId="{9AE4E9AA-067E-44E8-AA67-89A2344FD6F9}" type="pres">
      <dgm:prSet presAssocID="{458BF0E9-1517-4380-B4BF-165402432A86}" presName="hierRoot1" presStyleCnt="0">
        <dgm:presLayoutVars>
          <dgm:hierBranch/>
        </dgm:presLayoutVars>
      </dgm:prSet>
      <dgm:spPr/>
    </dgm:pt>
    <dgm:pt modelId="{46EE6FBD-5389-4776-A3FF-339845DD0D2D}" type="pres">
      <dgm:prSet presAssocID="{458BF0E9-1517-4380-B4BF-165402432A86}" presName="rootComposite1" presStyleCnt="0"/>
      <dgm:spPr/>
    </dgm:pt>
    <dgm:pt modelId="{EC0D1CD8-85C5-4B7C-8E1F-536C0D9FECDA}" type="pres">
      <dgm:prSet presAssocID="{458BF0E9-1517-4380-B4BF-165402432A86}" presName="rootText1" presStyleLbl="node0" presStyleIdx="0" presStyleCnt="1" custScaleX="115874" custScaleY="127288">
        <dgm:presLayoutVars>
          <dgm:chPref val="3"/>
        </dgm:presLayoutVars>
      </dgm:prSet>
      <dgm:spPr/>
      <dgm:t>
        <a:bodyPr/>
        <a:lstStyle/>
        <a:p>
          <a:endParaRPr lang="es-MX"/>
        </a:p>
      </dgm:t>
    </dgm:pt>
    <dgm:pt modelId="{C275CB71-E33A-4276-8E4A-EAA39A0BFD4A}" type="pres">
      <dgm:prSet presAssocID="{458BF0E9-1517-4380-B4BF-165402432A86}" presName="rootConnector1" presStyleLbl="node1" presStyleIdx="0" presStyleCnt="0"/>
      <dgm:spPr/>
      <dgm:t>
        <a:bodyPr/>
        <a:lstStyle/>
        <a:p>
          <a:endParaRPr lang="es-MX"/>
        </a:p>
      </dgm:t>
    </dgm:pt>
    <dgm:pt modelId="{FB6438B3-CEB6-4B69-9C7D-7B87F184ACB6}" type="pres">
      <dgm:prSet presAssocID="{458BF0E9-1517-4380-B4BF-165402432A86}" presName="hierChild2" presStyleCnt="0"/>
      <dgm:spPr/>
    </dgm:pt>
    <dgm:pt modelId="{9FD7E5EB-2C46-4CD1-9083-275AE5312C47}" type="pres">
      <dgm:prSet presAssocID="{DEE10323-F603-4A16-93E3-FC6B86600764}" presName="Name35" presStyleLbl="parChTrans1D2" presStyleIdx="0" presStyleCnt="2"/>
      <dgm:spPr/>
      <dgm:t>
        <a:bodyPr/>
        <a:lstStyle/>
        <a:p>
          <a:endParaRPr lang="es-MX"/>
        </a:p>
      </dgm:t>
    </dgm:pt>
    <dgm:pt modelId="{0234B234-5B81-4454-84C5-7D2F5AFDE3EC}" type="pres">
      <dgm:prSet presAssocID="{C9751330-1D36-43F5-9947-D6D6F5199A24}" presName="hierRoot2" presStyleCnt="0">
        <dgm:presLayoutVars>
          <dgm:hierBranch/>
        </dgm:presLayoutVars>
      </dgm:prSet>
      <dgm:spPr/>
    </dgm:pt>
    <dgm:pt modelId="{80B59449-C1AE-4164-9B65-3627F9E2610A}" type="pres">
      <dgm:prSet presAssocID="{C9751330-1D36-43F5-9947-D6D6F5199A24}" presName="rootComposite" presStyleCnt="0"/>
      <dgm:spPr/>
    </dgm:pt>
    <dgm:pt modelId="{1B79D2F1-4BD0-47C4-99A8-197FA932BB72}" type="pres">
      <dgm:prSet presAssocID="{C9751330-1D36-43F5-9947-D6D6F5199A24}" presName="rootText" presStyleLbl="node2" presStyleIdx="0" presStyleCnt="2">
        <dgm:presLayoutVars>
          <dgm:chPref val="3"/>
        </dgm:presLayoutVars>
      </dgm:prSet>
      <dgm:spPr/>
      <dgm:t>
        <a:bodyPr/>
        <a:lstStyle/>
        <a:p>
          <a:endParaRPr lang="es-MX"/>
        </a:p>
      </dgm:t>
    </dgm:pt>
    <dgm:pt modelId="{43BE80A7-E786-402D-9984-49EFBC6BC15A}" type="pres">
      <dgm:prSet presAssocID="{C9751330-1D36-43F5-9947-D6D6F5199A24}" presName="rootConnector" presStyleLbl="node2" presStyleIdx="0" presStyleCnt="2"/>
      <dgm:spPr/>
      <dgm:t>
        <a:bodyPr/>
        <a:lstStyle/>
        <a:p>
          <a:endParaRPr lang="es-MX"/>
        </a:p>
      </dgm:t>
    </dgm:pt>
    <dgm:pt modelId="{800C2358-DDB5-4DE0-8735-67FD015A8C00}" type="pres">
      <dgm:prSet presAssocID="{C9751330-1D36-43F5-9947-D6D6F5199A24}" presName="hierChild4" presStyleCnt="0"/>
      <dgm:spPr/>
    </dgm:pt>
    <dgm:pt modelId="{3BFCB52B-9DCF-4D4F-9DD0-87F7911660D2}" type="pres">
      <dgm:prSet presAssocID="{C9751330-1D36-43F5-9947-D6D6F5199A24}" presName="hierChild5" presStyleCnt="0"/>
      <dgm:spPr/>
    </dgm:pt>
    <dgm:pt modelId="{2959FFE0-64AC-46A9-9DD1-55A28E42232F}" type="pres">
      <dgm:prSet presAssocID="{E8176B9D-D96F-4E1F-8BD2-CF26F24863E4}" presName="Name35" presStyleLbl="parChTrans1D2" presStyleIdx="1" presStyleCnt="2"/>
      <dgm:spPr/>
      <dgm:t>
        <a:bodyPr/>
        <a:lstStyle/>
        <a:p>
          <a:endParaRPr lang="es-MX"/>
        </a:p>
      </dgm:t>
    </dgm:pt>
    <dgm:pt modelId="{4DC1C1E7-8A2C-402E-87A0-289AB5F8FAD7}" type="pres">
      <dgm:prSet presAssocID="{54327BA4-CB67-4772-A71B-7ECB84B472B0}" presName="hierRoot2" presStyleCnt="0">
        <dgm:presLayoutVars>
          <dgm:hierBranch/>
        </dgm:presLayoutVars>
      </dgm:prSet>
      <dgm:spPr/>
    </dgm:pt>
    <dgm:pt modelId="{6B993D82-4DD6-41D0-8DF1-0850AB533073}" type="pres">
      <dgm:prSet presAssocID="{54327BA4-CB67-4772-A71B-7ECB84B472B0}" presName="rootComposite" presStyleCnt="0"/>
      <dgm:spPr/>
    </dgm:pt>
    <dgm:pt modelId="{B8F1EB97-ACBF-4091-BCEC-FB9C2CB098CD}" type="pres">
      <dgm:prSet presAssocID="{54327BA4-CB67-4772-A71B-7ECB84B472B0}" presName="rootText" presStyleLbl="node2" presStyleIdx="1" presStyleCnt="2">
        <dgm:presLayoutVars>
          <dgm:chPref val="3"/>
        </dgm:presLayoutVars>
      </dgm:prSet>
      <dgm:spPr/>
      <dgm:t>
        <a:bodyPr/>
        <a:lstStyle/>
        <a:p>
          <a:endParaRPr lang="es-MX"/>
        </a:p>
      </dgm:t>
    </dgm:pt>
    <dgm:pt modelId="{87FA9962-DCCD-41BF-AC12-757E151A82B2}" type="pres">
      <dgm:prSet presAssocID="{54327BA4-CB67-4772-A71B-7ECB84B472B0}" presName="rootConnector" presStyleLbl="node2" presStyleIdx="1" presStyleCnt="2"/>
      <dgm:spPr/>
      <dgm:t>
        <a:bodyPr/>
        <a:lstStyle/>
        <a:p>
          <a:endParaRPr lang="es-MX"/>
        </a:p>
      </dgm:t>
    </dgm:pt>
    <dgm:pt modelId="{6507B110-E943-4E01-9C35-4AD447B0BDA3}" type="pres">
      <dgm:prSet presAssocID="{54327BA4-CB67-4772-A71B-7ECB84B472B0}" presName="hierChild4" presStyleCnt="0"/>
      <dgm:spPr/>
    </dgm:pt>
    <dgm:pt modelId="{9C9FB543-AF1B-4B02-B7BF-7B3F5CBEF00B}" type="pres">
      <dgm:prSet presAssocID="{54327BA4-CB67-4772-A71B-7ECB84B472B0}" presName="hierChild5" presStyleCnt="0"/>
      <dgm:spPr/>
    </dgm:pt>
    <dgm:pt modelId="{5140BFD6-424F-448F-8AAD-3B80D710EE8B}" type="pres">
      <dgm:prSet presAssocID="{458BF0E9-1517-4380-B4BF-165402432A86}" presName="hierChild3" presStyleCnt="0"/>
      <dgm:spPr/>
    </dgm:pt>
  </dgm:ptLst>
  <dgm:cxnLst>
    <dgm:cxn modelId="{C577373C-69E0-4BDE-BD10-6EF4C8E57A72}" srcId="{458BF0E9-1517-4380-B4BF-165402432A86}" destId="{54327BA4-CB67-4772-A71B-7ECB84B472B0}" srcOrd="1" destOrd="0" parTransId="{E8176B9D-D96F-4E1F-8BD2-CF26F24863E4}" sibTransId="{A8AF56BE-C4D3-4818-B30A-83C610698663}"/>
    <dgm:cxn modelId="{ED3626E7-C432-4FEF-855C-FE08F32D1017}" type="presOf" srcId="{458BF0E9-1517-4380-B4BF-165402432A86}" destId="{C275CB71-E33A-4276-8E4A-EAA39A0BFD4A}" srcOrd="1" destOrd="0" presId="urn:microsoft.com/office/officeart/2005/8/layout/orgChart1"/>
    <dgm:cxn modelId="{1D6145FF-9288-4DC2-984D-2FF5931E8F21}" type="presOf" srcId="{C9751330-1D36-43F5-9947-D6D6F5199A24}" destId="{43BE80A7-E786-402D-9984-49EFBC6BC15A}" srcOrd="1" destOrd="0" presId="urn:microsoft.com/office/officeart/2005/8/layout/orgChart1"/>
    <dgm:cxn modelId="{76C63299-436A-4E58-9ED9-F048C63122BB}" type="presOf" srcId="{458BF0E9-1517-4380-B4BF-165402432A86}" destId="{EC0D1CD8-85C5-4B7C-8E1F-536C0D9FECDA}" srcOrd="0" destOrd="0" presId="urn:microsoft.com/office/officeart/2005/8/layout/orgChart1"/>
    <dgm:cxn modelId="{C2E01643-0180-484B-A919-3F350E3EC437}" type="presOf" srcId="{DCD2C61C-B461-45F0-87E4-0C97301430E4}" destId="{795E6E29-1D04-4934-A560-A1FFFD123363}" srcOrd="0" destOrd="0" presId="urn:microsoft.com/office/officeart/2005/8/layout/orgChart1"/>
    <dgm:cxn modelId="{7A57FB40-0844-4CC0-A699-5B025D3D7FF9}" type="presOf" srcId="{DEE10323-F603-4A16-93E3-FC6B86600764}" destId="{9FD7E5EB-2C46-4CD1-9083-275AE5312C47}" srcOrd="0" destOrd="0" presId="urn:microsoft.com/office/officeart/2005/8/layout/orgChart1"/>
    <dgm:cxn modelId="{93B6D2F7-DB1F-4996-8E70-69461B88911D}" type="presOf" srcId="{54327BA4-CB67-4772-A71B-7ECB84B472B0}" destId="{B8F1EB97-ACBF-4091-BCEC-FB9C2CB098CD}" srcOrd="0" destOrd="0" presId="urn:microsoft.com/office/officeart/2005/8/layout/orgChart1"/>
    <dgm:cxn modelId="{D70610CD-AF69-41F7-BE25-1BAB286DDB20}" type="presOf" srcId="{E8176B9D-D96F-4E1F-8BD2-CF26F24863E4}" destId="{2959FFE0-64AC-46A9-9DD1-55A28E42232F}" srcOrd="0" destOrd="0" presId="urn:microsoft.com/office/officeart/2005/8/layout/orgChart1"/>
    <dgm:cxn modelId="{9CB03A70-FF7F-47CB-B6A3-8CDA0D3D4826}" srcId="{DCD2C61C-B461-45F0-87E4-0C97301430E4}" destId="{458BF0E9-1517-4380-B4BF-165402432A86}" srcOrd="0" destOrd="0" parTransId="{4880764C-C6E2-4E83-A502-425733A38D4B}" sibTransId="{6B9D05B3-F8DC-43C3-A9A6-6BCEA800B6D4}"/>
    <dgm:cxn modelId="{33966E8E-4D3B-4727-80B3-3C432B3116D8}" type="presOf" srcId="{C9751330-1D36-43F5-9947-D6D6F5199A24}" destId="{1B79D2F1-4BD0-47C4-99A8-197FA932BB72}" srcOrd="0" destOrd="0" presId="urn:microsoft.com/office/officeart/2005/8/layout/orgChart1"/>
    <dgm:cxn modelId="{7146BB0C-D1B3-4218-A38B-DC776FA5013D}" type="presOf" srcId="{54327BA4-CB67-4772-A71B-7ECB84B472B0}" destId="{87FA9962-DCCD-41BF-AC12-757E151A82B2}" srcOrd="1" destOrd="0" presId="urn:microsoft.com/office/officeart/2005/8/layout/orgChart1"/>
    <dgm:cxn modelId="{A3D50955-F10A-4900-91D9-32B2234DD098}" srcId="{458BF0E9-1517-4380-B4BF-165402432A86}" destId="{C9751330-1D36-43F5-9947-D6D6F5199A24}" srcOrd="0" destOrd="0" parTransId="{DEE10323-F603-4A16-93E3-FC6B86600764}" sibTransId="{20D31385-747E-424A-B7F9-1B0B5B93A431}"/>
    <dgm:cxn modelId="{CDF9618E-55DF-4804-80A0-EBD247F59980}" type="presParOf" srcId="{795E6E29-1D04-4934-A560-A1FFFD123363}" destId="{9AE4E9AA-067E-44E8-AA67-89A2344FD6F9}" srcOrd="0" destOrd="0" presId="urn:microsoft.com/office/officeart/2005/8/layout/orgChart1"/>
    <dgm:cxn modelId="{48EE4FE3-F935-436B-A4F8-2023AB95F2F0}" type="presParOf" srcId="{9AE4E9AA-067E-44E8-AA67-89A2344FD6F9}" destId="{46EE6FBD-5389-4776-A3FF-339845DD0D2D}" srcOrd="0" destOrd="0" presId="urn:microsoft.com/office/officeart/2005/8/layout/orgChart1"/>
    <dgm:cxn modelId="{81526384-855B-42B2-96ED-0230E6FA9F2A}" type="presParOf" srcId="{46EE6FBD-5389-4776-A3FF-339845DD0D2D}" destId="{EC0D1CD8-85C5-4B7C-8E1F-536C0D9FECDA}" srcOrd="0" destOrd="0" presId="urn:microsoft.com/office/officeart/2005/8/layout/orgChart1"/>
    <dgm:cxn modelId="{BF98F646-8D01-4EDF-9DC5-C187067A5BCD}" type="presParOf" srcId="{46EE6FBD-5389-4776-A3FF-339845DD0D2D}" destId="{C275CB71-E33A-4276-8E4A-EAA39A0BFD4A}" srcOrd="1" destOrd="0" presId="urn:microsoft.com/office/officeart/2005/8/layout/orgChart1"/>
    <dgm:cxn modelId="{2A40CA7A-3B93-40E7-B256-F58B3BCE2009}" type="presParOf" srcId="{9AE4E9AA-067E-44E8-AA67-89A2344FD6F9}" destId="{FB6438B3-CEB6-4B69-9C7D-7B87F184ACB6}" srcOrd="1" destOrd="0" presId="urn:microsoft.com/office/officeart/2005/8/layout/orgChart1"/>
    <dgm:cxn modelId="{64F044CA-7CC7-45C0-B58F-393D56CCA429}" type="presParOf" srcId="{FB6438B3-CEB6-4B69-9C7D-7B87F184ACB6}" destId="{9FD7E5EB-2C46-4CD1-9083-275AE5312C47}" srcOrd="0" destOrd="0" presId="urn:microsoft.com/office/officeart/2005/8/layout/orgChart1"/>
    <dgm:cxn modelId="{322EF817-A0A8-40EA-B853-522203579A8C}" type="presParOf" srcId="{FB6438B3-CEB6-4B69-9C7D-7B87F184ACB6}" destId="{0234B234-5B81-4454-84C5-7D2F5AFDE3EC}" srcOrd="1" destOrd="0" presId="urn:microsoft.com/office/officeart/2005/8/layout/orgChart1"/>
    <dgm:cxn modelId="{30DB8FEA-52BA-4E80-8E78-A615AB806464}" type="presParOf" srcId="{0234B234-5B81-4454-84C5-7D2F5AFDE3EC}" destId="{80B59449-C1AE-4164-9B65-3627F9E2610A}" srcOrd="0" destOrd="0" presId="urn:microsoft.com/office/officeart/2005/8/layout/orgChart1"/>
    <dgm:cxn modelId="{A4A9BBC5-6BBA-4CA9-A7E9-BF8D5A9A798D}" type="presParOf" srcId="{80B59449-C1AE-4164-9B65-3627F9E2610A}" destId="{1B79D2F1-4BD0-47C4-99A8-197FA932BB72}" srcOrd="0" destOrd="0" presId="urn:microsoft.com/office/officeart/2005/8/layout/orgChart1"/>
    <dgm:cxn modelId="{BC330915-BF68-4A0A-A745-FADFF1B12D82}" type="presParOf" srcId="{80B59449-C1AE-4164-9B65-3627F9E2610A}" destId="{43BE80A7-E786-402D-9984-49EFBC6BC15A}" srcOrd="1" destOrd="0" presId="urn:microsoft.com/office/officeart/2005/8/layout/orgChart1"/>
    <dgm:cxn modelId="{5AD2118E-E120-401B-BB34-E43C3FDC9745}" type="presParOf" srcId="{0234B234-5B81-4454-84C5-7D2F5AFDE3EC}" destId="{800C2358-DDB5-4DE0-8735-67FD015A8C00}" srcOrd="1" destOrd="0" presId="urn:microsoft.com/office/officeart/2005/8/layout/orgChart1"/>
    <dgm:cxn modelId="{190BAF4F-45ED-4C5F-87C0-66767D44370C}" type="presParOf" srcId="{0234B234-5B81-4454-84C5-7D2F5AFDE3EC}" destId="{3BFCB52B-9DCF-4D4F-9DD0-87F7911660D2}" srcOrd="2" destOrd="0" presId="urn:microsoft.com/office/officeart/2005/8/layout/orgChart1"/>
    <dgm:cxn modelId="{CEA65B7A-36D7-4380-A5A1-B4CAA739591D}" type="presParOf" srcId="{FB6438B3-CEB6-4B69-9C7D-7B87F184ACB6}" destId="{2959FFE0-64AC-46A9-9DD1-55A28E42232F}" srcOrd="2" destOrd="0" presId="urn:microsoft.com/office/officeart/2005/8/layout/orgChart1"/>
    <dgm:cxn modelId="{125943AE-070A-453A-BC99-CA044BF84188}" type="presParOf" srcId="{FB6438B3-CEB6-4B69-9C7D-7B87F184ACB6}" destId="{4DC1C1E7-8A2C-402E-87A0-289AB5F8FAD7}" srcOrd="3" destOrd="0" presId="urn:microsoft.com/office/officeart/2005/8/layout/orgChart1"/>
    <dgm:cxn modelId="{0E33F938-8CF3-497A-A036-38DB975CB86D}" type="presParOf" srcId="{4DC1C1E7-8A2C-402E-87A0-289AB5F8FAD7}" destId="{6B993D82-4DD6-41D0-8DF1-0850AB533073}" srcOrd="0" destOrd="0" presId="urn:microsoft.com/office/officeart/2005/8/layout/orgChart1"/>
    <dgm:cxn modelId="{7327455B-067D-4DCD-A649-FE21D92F5BEC}" type="presParOf" srcId="{6B993D82-4DD6-41D0-8DF1-0850AB533073}" destId="{B8F1EB97-ACBF-4091-BCEC-FB9C2CB098CD}" srcOrd="0" destOrd="0" presId="urn:microsoft.com/office/officeart/2005/8/layout/orgChart1"/>
    <dgm:cxn modelId="{E2705BAD-2165-4665-BE3A-D6EF0E47F810}" type="presParOf" srcId="{6B993D82-4DD6-41D0-8DF1-0850AB533073}" destId="{87FA9962-DCCD-41BF-AC12-757E151A82B2}" srcOrd="1" destOrd="0" presId="urn:microsoft.com/office/officeart/2005/8/layout/orgChart1"/>
    <dgm:cxn modelId="{74571669-4163-4A63-B637-E88CC6235E6A}" type="presParOf" srcId="{4DC1C1E7-8A2C-402E-87A0-289AB5F8FAD7}" destId="{6507B110-E943-4E01-9C35-4AD447B0BDA3}" srcOrd="1" destOrd="0" presId="urn:microsoft.com/office/officeart/2005/8/layout/orgChart1"/>
    <dgm:cxn modelId="{B11862DE-28A8-4920-9869-6F25C24558D6}" type="presParOf" srcId="{4DC1C1E7-8A2C-402E-87A0-289AB5F8FAD7}" destId="{9C9FB543-AF1B-4B02-B7BF-7B3F5CBEF00B}" srcOrd="2" destOrd="0" presId="urn:microsoft.com/office/officeart/2005/8/layout/orgChart1"/>
    <dgm:cxn modelId="{8A208B6D-EB3D-43E9-9357-F1F85C87C2F9}" type="presParOf" srcId="{9AE4E9AA-067E-44E8-AA67-89A2344FD6F9}" destId="{5140BFD6-424F-448F-8AAD-3B80D710EE8B}"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59FFE0-64AC-46A9-9DD1-55A28E42232F}">
      <dsp:nvSpPr>
        <dsp:cNvPr id="0" name=""/>
        <dsp:cNvSpPr/>
      </dsp:nvSpPr>
      <dsp:spPr>
        <a:xfrm>
          <a:off x="4114800" y="2075613"/>
          <a:ext cx="1972235" cy="684577"/>
        </a:xfrm>
        <a:custGeom>
          <a:avLst/>
          <a:gdLst/>
          <a:ahLst/>
          <a:cxnLst/>
          <a:rect l="0" t="0" r="0" b="0"/>
          <a:pathLst>
            <a:path>
              <a:moveTo>
                <a:pt x="0" y="0"/>
              </a:moveTo>
              <a:lnTo>
                <a:pt x="0" y="342288"/>
              </a:lnTo>
              <a:lnTo>
                <a:pt x="1972235" y="342288"/>
              </a:lnTo>
              <a:lnTo>
                <a:pt x="1972235" y="6845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FD7E5EB-2C46-4CD1-9083-275AE5312C47}">
      <dsp:nvSpPr>
        <dsp:cNvPr id="0" name=""/>
        <dsp:cNvSpPr/>
      </dsp:nvSpPr>
      <dsp:spPr>
        <a:xfrm>
          <a:off x="2142564" y="2075613"/>
          <a:ext cx="1972235" cy="684577"/>
        </a:xfrm>
        <a:custGeom>
          <a:avLst/>
          <a:gdLst/>
          <a:ahLst/>
          <a:cxnLst/>
          <a:rect l="0" t="0" r="0" b="0"/>
          <a:pathLst>
            <a:path>
              <a:moveTo>
                <a:pt x="1972235" y="0"/>
              </a:moveTo>
              <a:lnTo>
                <a:pt x="1972235" y="342288"/>
              </a:lnTo>
              <a:lnTo>
                <a:pt x="0" y="342288"/>
              </a:lnTo>
              <a:lnTo>
                <a:pt x="0" y="6845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0D1CD8-85C5-4B7C-8E1F-536C0D9FECDA}">
      <dsp:nvSpPr>
        <dsp:cNvPr id="0" name=""/>
        <dsp:cNvSpPr/>
      </dsp:nvSpPr>
      <dsp:spPr>
        <a:xfrm>
          <a:off x="2226115" y="886"/>
          <a:ext cx="3777369" cy="2074726"/>
        </a:xfrm>
        <a:prstGeom prst="rect">
          <a:avLst/>
        </a:prstGeom>
        <a:solidFill>
          <a:srgbClr val="1F08A8"/>
        </a:solidFill>
        <a:ln w="25400" cap="flat" cmpd="sng" algn="ctr">
          <a:solidFill>
            <a:schemeClr val="lt1">
              <a:hueOff val="0"/>
              <a:satOff val="0"/>
              <a:lumOff val="0"/>
              <a:alphaOff val="0"/>
            </a:schemeClr>
          </a:solidFill>
          <a:prstDash val="solid"/>
        </a:ln>
        <a:effectLst>
          <a:outerShdw blurRad="50800" dist="38100" algn="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R="0" lvl="0" algn="ctr" defTabSz="2311400" rtl="0">
            <a:lnSpc>
              <a:spcPct val="90000"/>
            </a:lnSpc>
            <a:spcBef>
              <a:spcPct val="0"/>
            </a:spcBef>
            <a:spcAft>
              <a:spcPct val="35000"/>
            </a:spcAft>
          </a:pPr>
          <a:r>
            <a:rPr lang="en-US" sz="5200" b="1" kern="1200" baseline="0" dirty="0" smtClean="0">
              <a:solidFill>
                <a:srgbClr val="FFFF00"/>
              </a:solidFill>
              <a:latin typeface="Arial"/>
            </a:rPr>
            <a:t>Base de </a:t>
          </a:r>
          <a:r>
            <a:rPr lang="en-US" sz="5200" b="1" kern="1200" baseline="0" dirty="0" err="1" smtClean="0">
              <a:solidFill>
                <a:srgbClr val="FFFF00"/>
              </a:solidFill>
              <a:latin typeface="Arial"/>
            </a:rPr>
            <a:t>datos</a:t>
          </a:r>
          <a:endParaRPr lang="es-MX" sz="5200" kern="1200" dirty="0" smtClean="0">
            <a:solidFill>
              <a:srgbClr val="FFFF00"/>
            </a:solidFill>
          </a:endParaRPr>
        </a:p>
      </dsp:txBody>
      <dsp:txXfrm>
        <a:off x="2226115" y="886"/>
        <a:ext cx="3777369" cy="2074726"/>
      </dsp:txXfrm>
    </dsp:sp>
    <dsp:sp modelId="{1B79D2F1-4BD0-47C4-99A8-197FA932BB72}">
      <dsp:nvSpPr>
        <dsp:cNvPr id="0" name=""/>
        <dsp:cNvSpPr/>
      </dsp:nvSpPr>
      <dsp:spPr>
        <a:xfrm>
          <a:off x="512617" y="2760191"/>
          <a:ext cx="3259894" cy="1629947"/>
        </a:xfrm>
        <a:prstGeom prst="rect">
          <a:avLst/>
        </a:prstGeom>
        <a:solidFill>
          <a:srgbClr val="1F08A8"/>
        </a:solidFill>
        <a:ln w="25400" cap="flat" cmpd="sng" algn="ctr">
          <a:solidFill>
            <a:schemeClr val="lt1">
              <a:hueOff val="0"/>
              <a:satOff val="0"/>
              <a:lumOff val="0"/>
              <a:alphaOff val="0"/>
            </a:schemeClr>
          </a:solidFill>
          <a:prstDash val="solid"/>
        </a:ln>
        <a:effectLst>
          <a:outerShdw blurRad="50800" dist="38100" dir="16200000"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R="0" lvl="0" algn="ctr" defTabSz="2311400" rtl="0">
            <a:lnSpc>
              <a:spcPct val="90000"/>
            </a:lnSpc>
            <a:spcBef>
              <a:spcPct val="0"/>
            </a:spcBef>
            <a:spcAft>
              <a:spcPct val="35000"/>
            </a:spcAft>
          </a:pPr>
          <a:r>
            <a:rPr lang="en-US" sz="5200" b="1" kern="1200" baseline="0" dirty="0" smtClean="0">
              <a:solidFill>
                <a:srgbClr val="FFFFFF"/>
              </a:solidFill>
              <a:latin typeface="Arial"/>
            </a:rPr>
            <a:t>Tablas</a:t>
          </a:r>
          <a:endParaRPr lang="es-MX" sz="5200" kern="1200" dirty="0" smtClean="0"/>
        </a:p>
      </dsp:txBody>
      <dsp:txXfrm>
        <a:off x="512617" y="2760191"/>
        <a:ext cx="3259894" cy="1629947"/>
      </dsp:txXfrm>
    </dsp:sp>
    <dsp:sp modelId="{B8F1EB97-ACBF-4091-BCEC-FB9C2CB098CD}">
      <dsp:nvSpPr>
        <dsp:cNvPr id="0" name=""/>
        <dsp:cNvSpPr/>
      </dsp:nvSpPr>
      <dsp:spPr>
        <a:xfrm>
          <a:off x="4457088" y="2760191"/>
          <a:ext cx="3259894" cy="1629947"/>
        </a:xfrm>
        <a:prstGeom prst="rect">
          <a:avLst/>
        </a:prstGeom>
        <a:solidFill>
          <a:srgbClr val="1F08A8"/>
        </a:solidFill>
        <a:ln w="25400" cap="flat" cmpd="sng" algn="ctr">
          <a:solidFill>
            <a:schemeClr val="lt1">
              <a:hueOff val="0"/>
              <a:satOff val="0"/>
              <a:lumOff val="0"/>
              <a:alphaOff val="0"/>
            </a:schemeClr>
          </a:solidFill>
          <a:prstDash val="solid"/>
        </a:ln>
        <a:effectLst>
          <a:outerShdw blurRad="50800" dist="38100" dir="16200000"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R="0" lvl="0" algn="ctr" defTabSz="2311400" rtl="0">
            <a:lnSpc>
              <a:spcPct val="90000"/>
            </a:lnSpc>
            <a:spcBef>
              <a:spcPct val="0"/>
            </a:spcBef>
            <a:spcAft>
              <a:spcPct val="35000"/>
            </a:spcAft>
          </a:pPr>
          <a:r>
            <a:rPr lang="es-MX" sz="5200" b="1" kern="1200" dirty="0" smtClean="0">
              <a:latin typeface="Arial" pitchFamily="34" charset="0"/>
              <a:cs typeface="Arial" pitchFamily="34" charset="0"/>
            </a:rPr>
            <a:t>Consultas</a:t>
          </a:r>
          <a:endParaRPr lang="es-MX" sz="5200" kern="1200" dirty="0" smtClean="0"/>
        </a:p>
      </dsp:txBody>
      <dsp:txXfrm>
        <a:off x="4457088" y="2760191"/>
        <a:ext cx="3259894" cy="162994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s-MX"/>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B2922BD3-91F0-4C93-B63B-0D06E1EF1601}" type="datetimeFigureOut">
              <a:rPr lang="es-MX"/>
              <a:pPr>
                <a:defRPr/>
              </a:pPr>
              <a:t>07/02/2022</a:t>
            </a:fld>
            <a:endParaRPr lang="es-MX"/>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MX"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s-MX"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s-MX"/>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603A20F8-6D55-4FA0-8ABE-E6681347E54D}" type="slidenum">
              <a:rPr lang="es-MX"/>
              <a:pPr>
                <a:defRPr/>
              </a:pPr>
              <a:t>‹Nº›</a:t>
            </a:fld>
            <a:endParaRPr lang="es-MX"/>
          </a:p>
        </p:txBody>
      </p:sp>
    </p:spTree>
    <p:extLst>
      <p:ext uri="{BB962C8B-B14F-4D97-AF65-F5344CB8AC3E}">
        <p14:creationId xmlns:p14="http://schemas.microsoft.com/office/powerpoint/2010/main" val="350881333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s-MX" smtClean="0"/>
              <a:t>cita -&gt; idCita, idPaciente, fecha, hora.</a:t>
            </a:r>
            <a:br>
              <a:rPr lang="es-MX" smtClean="0"/>
            </a:br>
            <a:r>
              <a:rPr lang="es-MX" smtClean="0"/>
              <a:t>paciente -&gt; idPaciente, nombre, apellidos, direccion, telefono.</a:t>
            </a:r>
          </a:p>
        </p:txBody>
      </p:sp>
      <p:sp>
        <p:nvSpPr>
          <p:cNvPr id="56324"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onstantia" pitchFamily="18" charset="0"/>
              </a:defRPr>
            </a:lvl1pPr>
            <a:lvl2pPr marL="742950" indent="-285750">
              <a:defRPr>
                <a:solidFill>
                  <a:schemeClr val="tx1"/>
                </a:solidFill>
                <a:latin typeface="Constantia" pitchFamily="18" charset="0"/>
              </a:defRPr>
            </a:lvl2pPr>
            <a:lvl3pPr marL="1143000" indent="-228600">
              <a:defRPr>
                <a:solidFill>
                  <a:schemeClr val="tx1"/>
                </a:solidFill>
                <a:latin typeface="Constantia" pitchFamily="18" charset="0"/>
              </a:defRPr>
            </a:lvl3pPr>
            <a:lvl4pPr marL="1600200" indent="-228600">
              <a:defRPr>
                <a:solidFill>
                  <a:schemeClr val="tx1"/>
                </a:solidFill>
                <a:latin typeface="Constantia" pitchFamily="18" charset="0"/>
              </a:defRPr>
            </a:lvl4pPr>
            <a:lvl5pPr marL="2057400" indent="-228600">
              <a:defRPr>
                <a:solidFill>
                  <a:schemeClr val="tx1"/>
                </a:solidFill>
                <a:latin typeface="Constantia" pitchFamily="18" charset="0"/>
              </a:defRPr>
            </a:lvl5pPr>
            <a:lvl6pPr marL="2514600" indent="-228600" fontAlgn="base">
              <a:spcBef>
                <a:spcPct val="0"/>
              </a:spcBef>
              <a:spcAft>
                <a:spcPct val="0"/>
              </a:spcAft>
              <a:defRPr>
                <a:solidFill>
                  <a:schemeClr val="tx1"/>
                </a:solidFill>
                <a:latin typeface="Constantia" pitchFamily="18" charset="0"/>
              </a:defRPr>
            </a:lvl6pPr>
            <a:lvl7pPr marL="2971800" indent="-228600" fontAlgn="base">
              <a:spcBef>
                <a:spcPct val="0"/>
              </a:spcBef>
              <a:spcAft>
                <a:spcPct val="0"/>
              </a:spcAft>
              <a:defRPr>
                <a:solidFill>
                  <a:schemeClr val="tx1"/>
                </a:solidFill>
                <a:latin typeface="Constantia" pitchFamily="18" charset="0"/>
              </a:defRPr>
            </a:lvl7pPr>
            <a:lvl8pPr marL="3429000" indent="-228600" fontAlgn="base">
              <a:spcBef>
                <a:spcPct val="0"/>
              </a:spcBef>
              <a:spcAft>
                <a:spcPct val="0"/>
              </a:spcAft>
              <a:defRPr>
                <a:solidFill>
                  <a:schemeClr val="tx1"/>
                </a:solidFill>
                <a:latin typeface="Constantia" pitchFamily="18" charset="0"/>
              </a:defRPr>
            </a:lvl8pPr>
            <a:lvl9pPr marL="3886200" indent="-228600" fontAlgn="base">
              <a:spcBef>
                <a:spcPct val="0"/>
              </a:spcBef>
              <a:spcAft>
                <a:spcPct val="0"/>
              </a:spcAft>
              <a:defRPr>
                <a:solidFill>
                  <a:schemeClr val="tx1"/>
                </a:solidFill>
                <a:latin typeface="Constantia" pitchFamily="18" charset="0"/>
              </a:defRPr>
            </a:lvl9pPr>
          </a:lstStyle>
          <a:p>
            <a:pPr fontAlgn="base">
              <a:spcBef>
                <a:spcPct val="0"/>
              </a:spcBef>
              <a:spcAft>
                <a:spcPct val="0"/>
              </a:spcAft>
              <a:defRPr/>
            </a:pPr>
            <a:fld id="{1E1C8586-C9AE-447F-80A8-8C65C2E9BD77}" type="slidenum">
              <a:rPr lang="es-MX" smtClean="0">
                <a:latin typeface="Calibri" pitchFamily="34" charset="0"/>
              </a:rPr>
              <a:pPr fontAlgn="base">
                <a:spcBef>
                  <a:spcPct val="0"/>
                </a:spcBef>
                <a:spcAft>
                  <a:spcPct val="0"/>
                </a:spcAft>
                <a:defRPr/>
              </a:pPr>
              <a:t>37</a:t>
            </a:fld>
            <a:endParaRPr lang="es-MX" smtClean="0">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4" name="Date Placeholder 29"/>
          <p:cNvSpPr>
            <a:spLocks noGrp="1"/>
          </p:cNvSpPr>
          <p:nvPr>
            <p:ph type="dt" sz="half" idx="10"/>
          </p:nvPr>
        </p:nvSpPr>
        <p:spPr/>
        <p:txBody>
          <a:bodyPr/>
          <a:lstStyle>
            <a:lvl1pPr>
              <a:defRPr/>
            </a:lvl1pPr>
          </a:lstStyle>
          <a:p>
            <a:pPr>
              <a:defRPr/>
            </a:pPr>
            <a:fld id="{C9EE3F14-B473-4AFA-AD96-C1D95153E67E}" type="datetimeFigureOut">
              <a:rPr lang="en-US"/>
              <a:pPr>
                <a:defRPr/>
              </a:pPr>
              <a:t>2/7/2022</a:t>
            </a:fld>
            <a:endParaRPr lang="en-US"/>
          </a:p>
        </p:txBody>
      </p:sp>
      <p:sp>
        <p:nvSpPr>
          <p:cNvPr id="5" name="Footer Placeholder 18"/>
          <p:cNvSpPr>
            <a:spLocks noGrp="1"/>
          </p:cNvSpPr>
          <p:nvPr>
            <p:ph type="ftr" sz="quarter" idx="11"/>
          </p:nvPr>
        </p:nvSpPr>
        <p:spPr/>
        <p:txBody>
          <a:bodyPr/>
          <a:lstStyle>
            <a:lvl1pPr>
              <a:defRPr/>
            </a:lvl1pPr>
          </a:lstStyle>
          <a:p>
            <a:pPr>
              <a:defRPr/>
            </a:pPr>
            <a:endParaRPr lang="en-US"/>
          </a:p>
        </p:txBody>
      </p:sp>
      <p:sp>
        <p:nvSpPr>
          <p:cNvPr id="6" name="Slide Number Placeholder 26"/>
          <p:cNvSpPr>
            <a:spLocks noGrp="1"/>
          </p:cNvSpPr>
          <p:nvPr>
            <p:ph type="sldNum" sz="quarter" idx="12"/>
          </p:nvPr>
        </p:nvSpPr>
        <p:spPr/>
        <p:txBody>
          <a:bodyPr/>
          <a:lstStyle>
            <a:lvl1pPr>
              <a:defRPr/>
            </a:lvl1pPr>
          </a:lstStyle>
          <a:p>
            <a:pPr>
              <a:defRPr/>
            </a:pPr>
            <a:fld id="{30A9371D-6A6C-4FE5-BEDC-1DECC0442EA6}" type="slidenum">
              <a:rPr lang="en-US"/>
              <a:pPr>
                <a:defRPr/>
              </a:pPr>
              <a:t>‹Nº›</a:t>
            </a:fld>
            <a:endParaRPr lang="en-US"/>
          </a:p>
        </p:txBody>
      </p:sp>
    </p:spTree>
    <p:extLst>
      <p:ext uri="{BB962C8B-B14F-4D97-AF65-F5344CB8AC3E}">
        <p14:creationId xmlns:p14="http://schemas.microsoft.com/office/powerpoint/2010/main" val="257098988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07789814-8656-4261-B053-94CEC50D8FFF}" type="datetimeFigureOut">
              <a:rPr lang="en-US"/>
              <a:pPr>
                <a:defRPr/>
              </a:pPr>
              <a:t>2/7/2022</a:t>
            </a:fld>
            <a:endParaRPr lang="en-US" dirty="0"/>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742FB976-7F6B-4EA3-94A1-FDFD26066AA3}" type="slidenum">
              <a:rPr lang="en-US"/>
              <a:pPr>
                <a:defRPr/>
              </a:pPr>
              <a:t>‹Nº›</a:t>
            </a:fld>
            <a:endParaRPr lang="en-US" dirty="0"/>
          </a:p>
        </p:txBody>
      </p:sp>
    </p:spTree>
    <p:extLst>
      <p:ext uri="{BB962C8B-B14F-4D97-AF65-F5344CB8AC3E}">
        <p14:creationId xmlns:p14="http://schemas.microsoft.com/office/powerpoint/2010/main" val="1392133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43B25883-9052-4569-B9AF-BE15AB54FFD6}" type="datetimeFigureOut">
              <a:rPr lang="en-US"/>
              <a:pPr>
                <a:defRPr/>
              </a:pPr>
              <a:t>2/7/2022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5B858B-574C-4A7E-B575-9F6CE158BAB6}" type="slidenum">
              <a:rPr lang="en-US"/>
              <a:pPr>
                <a:defRPr/>
              </a:pPr>
              <a:t>‹Nº›</a:t>
            </a:fld>
            <a:endParaRPr lang="en-US"/>
          </a:p>
        </p:txBody>
      </p:sp>
    </p:spTree>
    <p:extLst>
      <p:ext uri="{BB962C8B-B14F-4D97-AF65-F5344CB8AC3E}">
        <p14:creationId xmlns:p14="http://schemas.microsoft.com/office/powerpoint/2010/main" val="425569596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fld id="{F24BE8B2-323E-43E5-B60B-B1C3DAC3046D}" type="datetimeFigureOut">
              <a:rPr lang="en-US"/>
              <a:pPr>
                <a:defRPr/>
              </a:pPr>
              <a:t>2/7/2022</a:t>
            </a:fld>
            <a:endParaRPr lang="en-US" dirty="0"/>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B6468A61-C2C3-441C-8991-5D32F95DE2E8}" type="slidenum">
              <a:rPr lang="en-US"/>
              <a:pPr>
                <a:defRPr/>
              </a:pPr>
              <a:t>‹Nº›</a:t>
            </a:fld>
            <a:endParaRPr lang="en-US" dirty="0"/>
          </a:p>
        </p:txBody>
      </p:sp>
    </p:spTree>
    <p:extLst>
      <p:ext uri="{BB962C8B-B14F-4D97-AF65-F5344CB8AC3E}">
        <p14:creationId xmlns:p14="http://schemas.microsoft.com/office/powerpoint/2010/main" val="387868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9"/>
          <p:cNvSpPr>
            <a:spLocks noGrp="1"/>
          </p:cNvSpPr>
          <p:nvPr>
            <p:ph type="dt" sz="half" idx="10"/>
          </p:nvPr>
        </p:nvSpPr>
        <p:spPr/>
        <p:txBody>
          <a:bodyPr/>
          <a:lstStyle>
            <a:lvl1pPr>
              <a:defRPr/>
            </a:lvl1pPr>
          </a:lstStyle>
          <a:p>
            <a:pPr>
              <a:defRPr/>
            </a:pPr>
            <a:fld id="{95681EC4-D5DB-4B56-9F23-CC88002822BF}" type="datetimeFigureOut">
              <a:rPr lang="en-US"/>
              <a:pPr>
                <a:defRPr/>
              </a:pPr>
              <a:t>2/7/2022</a:t>
            </a:fld>
            <a:endParaRPr lang="en-US" dirty="0"/>
          </a:p>
        </p:txBody>
      </p:sp>
      <p:sp>
        <p:nvSpPr>
          <p:cNvPr id="8" name="Footer Placeholder 21"/>
          <p:cNvSpPr>
            <a:spLocks noGrp="1"/>
          </p:cNvSpPr>
          <p:nvPr>
            <p:ph type="ftr" sz="quarter" idx="11"/>
          </p:nvPr>
        </p:nvSpPr>
        <p:spPr/>
        <p:txBody>
          <a:bodyPr/>
          <a:lstStyle>
            <a:lvl1pPr>
              <a:defRPr/>
            </a:lvl1pPr>
          </a:lstStyle>
          <a:p>
            <a:pPr>
              <a:defRPr/>
            </a:pPr>
            <a:endParaRPr lang="en-US"/>
          </a:p>
        </p:txBody>
      </p:sp>
      <p:sp>
        <p:nvSpPr>
          <p:cNvPr id="9" name="Slide Number Placeholder 17"/>
          <p:cNvSpPr>
            <a:spLocks noGrp="1"/>
          </p:cNvSpPr>
          <p:nvPr>
            <p:ph type="sldNum" sz="quarter" idx="12"/>
          </p:nvPr>
        </p:nvSpPr>
        <p:spPr/>
        <p:txBody>
          <a:bodyPr/>
          <a:lstStyle>
            <a:lvl1pPr>
              <a:defRPr/>
            </a:lvl1pPr>
          </a:lstStyle>
          <a:p>
            <a:pPr>
              <a:defRPr/>
            </a:pPr>
            <a:fld id="{194C9C60-EFD9-4B67-AC58-9E5F51FA5F74}" type="slidenum">
              <a:rPr lang="en-US"/>
              <a:pPr>
                <a:defRPr/>
              </a:pPr>
              <a:t>‹Nº›</a:t>
            </a:fld>
            <a:endParaRPr lang="en-US" dirty="0"/>
          </a:p>
        </p:txBody>
      </p:sp>
    </p:spTree>
    <p:extLst>
      <p:ext uri="{BB962C8B-B14F-4D97-AF65-F5344CB8AC3E}">
        <p14:creationId xmlns:p14="http://schemas.microsoft.com/office/powerpoint/2010/main" val="2208466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Date Placeholder 9"/>
          <p:cNvSpPr>
            <a:spLocks noGrp="1"/>
          </p:cNvSpPr>
          <p:nvPr>
            <p:ph type="dt" sz="half" idx="10"/>
          </p:nvPr>
        </p:nvSpPr>
        <p:spPr/>
        <p:txBody>
          <a:bodyPr/>
          <a:lstStyle>
            <a:lvl1pPr>
              <a:defRPr/>
            </a:lvl1pPr>
          </a:lstStyle>
          <a:p>
            <a:pPr>
              <a:defRPr/>
            </a:pPr>
            <a:fld id="{D8EB2CC0-A438-4691-B0A4-36CC337CEB4B}" type="datetimeFigureOut">
              <a:rPr lang="en-US"/>
              <a:pPr>
                <a:defRPr/>
              </a:pPr>
              <a:t>2/7/2022</a:t>
            </a:fld>
            <a:endParaRPr lang="en-US" dirty="0"/>
          </a:p>
        </p:txBody>
      </p:sp>
      <p:sp>
        <p:nvSpPr>
          <p:cNvPr id="4" name="Footer Placeholder 21"/>
          <p:cNvSpPr>
            <a:spLocks noGrp="1"/>
          </p:cNvSpPr>
          <p:nvPr>
            <p:ph type="ftr" sz="quarter" idx="11"/>
          </p:nvPr>
        </p:nvSpPr>
        <p:spPr/>
        <p:txBody>
          <a:bodyPr/>
          <a:lstStyle>
            <a:lvl1pPr>
              <a:defRPr/>
            </a:lvl1pPr>
          </a:lstStyle>
          <a:p>
            <a:pPr>
              <a:defRPr/>
            </a:pPr>
            <a:endParaRPr lang="en-US"/>
          </a:p>
        </p:txBody>
      </p:sp>
      <p:sp>
        <p:nvSpPr>
          <p:cNvPr id="5" name="Slide Number Placeholder 17"/>
          <p:cNvSpPr>
            <a:spLocks noGrp="1"/>
          </p:cNvSpPr>
          <p:nvPr>
            <p:ph type="sldNum" sz="quarter" idx="12"/>
          </p:nvPr>
        </p:nvSpPr>
        <p:spPr/>
        <p:txBody>
          <a:bodyPr/>
          <a:lstStyle>
            <a:lvl1pPr>
              <a:defRPr/>
            </a:lvl1pPr>
          </a:lstStyle>
          <a:p>
            <a:pPr>
              <a:defRPr/>
            </a:pPr>
            <a:fld id="{CC203AC0-CB17-4194-A5F4-E91685C4D9A7}" type="slidenum">
              <a:rPr lang="en-US"/>
              <a:pPr>
                <a:defRPr/>
              </a:pPr>
              <a:t>‹Nº›</a:t>
            </a:fld>
            <a:endParaRPr lang="en-US" dirty="0"/>
          </a:p>
        </p:txBody>
      </p:sp>
    </p:spTree>
    <p:extLst>
      <p:ext uri="{BB962C8B-B14F-4D97-AF65-F5344CB8AC3E}">
        <p14:creationId xmlns:p14="http://schemas.microsoft.com/office/powerpoint/2010/main" val="1173089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FAB61C4C-533C-4AAB-9AB6-8F3B09A6E8C9}" type="datetimeFigureOut">
              <a:rPr lang="en-US"/>
              <a:pPr>
                <a:defRPr/>
              </a:pPr>
              <a:t>2/7/2022</a:t>
            </a:fld>
            <a:endParaRPr lang="en-US" dirty="0"/>
          </a:p>
        </p:txBody>
      </p:sp>
      <p:sp>
        <p:nvSpPr>
          <p:cNvPr id="3" name="Footer Placeholder 21"/>
          <p:cNvSpPr>
            <a:spLocks noGrp="1"/>
          </p:cNvSpPr>
          <p:nvPr>
            <p:ph type="ftr" sz="quarter" idx="11"/>
          </p:nvPr>
        </p:nvSpPr>
        <p:spPr/>
        <p:txBody>
          <a:bodyPr/>
          <a:lstStyle>
            <a:lvl1pPr>
              <a:defRPr/>
            </a:lvl1pPr>
          </a:lstStyle>
          <a:p>
            <a:pPr>
              <a:defRPr/>
            </a:pPr>
            <a:endParaRPr lang="en-US"/>
          </a:p>
        </p:txBody>
      </p:sp>
      <p:sp>
        <p:nvSpPr>
          <p:cNvPr id="4" name="Slide Number Placeholder 17"/>
          <p:cNvSpPr>
            <a:spLocks noGrp="1"/>
          </p:cNvSpPr>
          <p:nvPr>
            <p:ph type="sldNum" sz="quarter" idx="12"/>
          </p:nvPr>
        </p:nvSpPr>
        <p:spPr/>
        <p:txBody>
          <a:bodyPr/>
          <a:lstStyle>
            <a:lvl1pPr>
              <a:defRPr/>
            </a:lvl1pPr>
          </a:lstStyle>
          <a:p>
            <a:pPr>
              <a:defRPr/>
            </a:pPr>
            <a:fld id="{3C0D3AAF-8DCE-4EBE-9B39-0725919B414C}" type="slidenum">
              <a:rPr lang="en-US"/>
              <a:pPr>
                <a:defRPr/>
              </a:pPr>
              <a:t>‹Nº›</a:t>
            </a:fld>
            <a:endParaRPr lang="en-US" dirty="0"/>
          </a:p>
        </p:txBody>
      </p:sp>
    </p:spTree>
    <p:extLst>
      <p:ext uri="{BB962C8B-B14F-4D97-AF65-F5344CB8AC3E}">
        <p14:creationId xmlns:p14="http://schemas.microsoft.com/office/powerpoint/2010/main" val="1408897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fld id="{8532D69B-1563-4092-BF6D-7BD539AE5623}" type="datetimeFigureOut">
              <a:rPr lang="en-US"/>
              <a:pPr>
                <a:defRPr/>
              </a:pPr>
              <a:t>2/7/2022</a:t>
            </a:fld>
            <a:endParaRPr lang="en-US" dirty="0"/>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4A10AF61-E3A2-43E9-BA90-E3A84406613A}" type="slidenum">
              <a:rPr lang="en-US"/>
              <a:pPr>
                <a:defRPr/>
              </a:pPr>
              <a:t>‹Nº›</a:t>
            </a:fld>
            <a:endParaRPr lang="en-US" dirty="0"/>
          </a:p>
        </p:txBody>
      </p:sp>
    </p:spTree>
    <p:extLst>
      <p:ext uri="{BB962C8B-B14F-4D97-AF65-F5344CB8AC3E}">
        <p14:creationId xmlns:p14="http://schemas.microsoft.com/office/powerpoint/2010/main" val="3119313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8"/>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ight Triangle 11"/>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8"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smtClean="0"/>
              <a:t>Click to edit Master title style</a:t>
            </a:r>
            <a:endParaRPr lang="en-US"/>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smtClean="0"/>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smtClean="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fld id="{869FC38B-02B6-4E91-A156-BA3412270672}" type="datetimeFigureOut">
              <a:rPr lang="en-US"/>
              <a:pPr>
                <a:defRPr/>
              </a:pPr>
              <a:t>2/7/2022</a:t>
            </a:fld>
            <a:endParaRPr lang="en-US"/>
          </a:p>
        </p:txBody>
      </p:sp>
      <p:sp>
        <p:nvSpPr>
          <p:cNvPr id="10" name="Footer Placeholder 5"/>
          <p:cNvSpPr>
            <a:spLocks noGrp="1"/>
          </p:cNvSpPr>
          <p:nvPr>
            <p:ph type="ftr" sz="quarter" idx="11"/>
          </p:nvPr>
        </p:nvSpPr>
        <p:spPr/>
        <p:txBody>
          <a:bodyPr/>
          <a:lstStyle>
            <a:lvl1pPr>
              <a:defRPr/>
            </a:lvl1pPr>
          </a:lstStyle>
          <a:p>
            <a:pPr>
              <a:defRPr/>
            </a:pPr>
            <a:endParaRPr lang="en-US"/>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pPr>
              <a:defRPr/>
            </a:pPr>
            <a:fld id="{40B5BE3E-6C97-47C9-85B1-395BCADACC70}" type="slidenum">
              <a:rPr lang="en-US"/>
              <a:pPr>
                <a:defRPr/>
              </a:pPr>
              <a:t>‹Nº›</a:t>
            </a:fld>
            <a:endParaRPr lang="en-US"/>
          </a:p>
        </p:txBody>
      </p:sp>
    </p:spTree>
    <p:extLst>
      <p:ext uri="{BB962C8B-B14F-4D97-AF65-F5344CB8AC3E}">
        <p14:creationId xmlns:p14="http://schemas.microsoft.com/office/powerpoint/2010/main" val="1026115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5592E1FC-D95C-4468-A231-4A05FE5ECDF3}" type="datetimeFigureOut">
              <a:rPr lang="en-US"/>
              <a:pPr>
                <a:defRPr/>
              </a:pPr>
              <a:t>2/7/2022</a:t>
            </a:fld>
            <a:endParaRPr lang="en-US" dirty="0"/>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B64216EE-3E5C-4907-B2CF-72244D1EABD8}" type="slidenum">
              <a:rPr lang="en-US"/>
              <a:pPr>
                <a:defRPr/>
              </a:pPr>
              <a:t>‹Nº›</a:t>
            </a:fld>
            <a:endParaRPr lang="en-US" dirty="0"/>
          </a:p>
        </p:txBody>
      </p:sp>
    </p:spTree>
    <p:extLst>
      <p:ext uri="{BB962C8B-B14F-4D97-AF65-F5344CB8AC3E}">
        <p14:creationId xmlns:p14="http://schemas.microsoft.com/office/powerpoint/2010/main" val="1875267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1D77E415-E50D-4B37-A1BB-734D5807E48A}" type="datetimeFigureOut">
              <a:rPr lang="en-US"/>
              <a:pPr>
                <a:defRPr/>
              </a:pPr>
              <a:t>2/7/2022</a:t>
            </a:fld>
            <a:endParaRPr lang="en-US" dirty="0"/>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B86091E0-E2BA-44A3-8D9C-D7CA55C323AF}" type="slidenum">
              <a:rPr lang="en-US"/>
              <a:pPr>
                <a:defRPr/>
              </a:pPr>
              <a:t>‹Nº›</a:t>
            </a:fld>
            <a:endParaRPr lang="en-US" dirty="0"/>
          </a:p>
        </p:txBody>
      </p:sp>
    </p:spTree>
    <p:extLst>
      <p:ext uri="{BB962C8B-B14F-4D97-AF65-F5344CB8AC3E}">
        <p14:creationId xmlns:p14="http://schemas.microsoft.com/office/powerpoint/2010/main" val="2133187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028" name="Title Placeholder 8"/>
          <p:cNvSpPr>
            <a:spLocks noGrp="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smtClean="0"/>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fld id="{52DD30E6-8F7D-4EAD-9B1B-95A998E0D799}" type="datetimeFigureOut">
              <a:rPr lang="en-US"/>
              <a:pPr>
                <a:defRPr/>
              </a:pPr>
              <a:t>2/7/2022</a:t>
            </a:fld>
            <a:endParaRPr lang="en-US"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fld id="{E4C17C8C-D03B-4078-B673-09BCB48FF6E3}" type="slidenum">
              <a:rPr lang="en-US"/>
              <a:pPr>
                <a:defRPr/>
              </a:pPr>
              <a:t>‹Nº›</a:t>
            </a:fld>
            <a:endParaRPr lang="en-US" dirty="0"/>
          </a:p>
        </p:txBody>
      </p:sp>
      <p:grpSp>
        <p:nvGrpSpPr>
          <p:cNvPr id="103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grpSp>
    </p:spTree>
  </p:cSld>
  <p:clrMap bg1="lt1" tx1="dk1" bg2="lt2" tx2="dk2" accent1="accent1" accent2="accent2" accent3="accent3" accent4="accent4" accent5="accent5" accent6="accent6" hlink="hlink" folHlink="folHlink"/>
  <p:sldLayoutIdLst>
    <p:sldLayoutId id="2147483697" r:id="rId1"/>
    <p:sldLayoutId id="2147483689" r:id="rId2"/>
    <p:sldLayoutId id="2147483698" r:id="rId3"/>
    <p:sldLayoutId id="2147483690" r:id="rId4"/>
    <p:sldLayoutId id="2147483691" r:id="rId5"/>
    <p:sldLayoutId id="2147483692" r:id="rId6"/>
    <p:sldLayoutId id="2147483693" r:id="rId7"/>
    <p:sldLayoutId id="2147483694" r:id="rId8"/>
    <p:sldLayoutId id="2147483699" r:id="rId9"/>
    <p:sldLayoutId id="2147483695" r:id="rId10"/>
    <p:sldLayoutId id="2147483696" r:id="rId11"/>
  </p:sldLayoutIdLst>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defRPr>
      </a:lvl2pPr>
      <a:lvl3pPr algn="l" rtl="0" eaLnBrk="0" fontAlgn="base" hangingPunct="0">
        <a:spcBef>
          <a:spcPct val="0"/>
        </a:spcBef>
        <a:spcAft>
          <a:spcPct val="0"/>
        </a:spcAft>
        <a:defRPr sz="5000">
          <a:solidFill>
            <a:schemeClr val="tx2"/>
          </a:solidFill>
          <a:latin typeface="Calibri" pitchFamily="34" charset="0"/>
        </a:defRPr>
      </a:lvl3pPr>
      <a:lvl4pPr algn="l" rtl="0" eaLnBrk="0" fontAlgn="base" hangingPunct="0">
        <a:spcBef>
          <a:spcPct val="0"/>
        </a:spcBef>
        <a:spcAft>
          <a:spcPct val="0"/>
        </a:spcAft>
        <a:defRPr sz="5000">
          <a:solidFill>
            <a:schemeClr val="tx2"/>
          </a:solidFill>
          <a:latin typeface="Calibri" pitchFamily="34" charset="0"/>
        </a:defRPr>
      </a:lvl4pPr>
      <a:lvl5pPr algn="l" rtl="0" eaLnBrk="0" fontAlgn="base" hangingPunct="0">
        <a:spcBef>
          <a:spcPct val="0"/>
        </a:spcBef>
        <a:spcAft>
          <a:spcPct val="0"/>
        </a:spcAft>
        <a:defRPr sz="5000">
          <a:solidFill>
            <a:schemeClr val="tx2"/>
          </a:solidFill>
          <a:latin typeface="Calibri" pitchFamily="34" charset="0"/>
        </a:defRPr>
      </a:lvl5pPr>
      <a:lvl6pPr marL="457200" algn="l" rtl="0" fontAlgn="base">
        <a:spcBef>
          <a:spcPct val="0"/>
        </a:spcBef>
        <a:spcAft>
          <a:spcPct val="0"/>
        </a:spcAft>
        <a:defRPr sz="5000">
          <a:solidFill>
            <a:schemeClr val="tx2"/>
          </a:solidFill>
          <a:latin typeface="Calibri" pitchFamily="34" charset="0"/>
        </a:defRPr>
      </a:lvl6pPr>
      <a:lvl7pPr marL="914400" algn="l" rtl="0" fontAlgn="base">
        <a:spcBef>
          <a:spcPct val="0"/>
        </a:spcBef>
        <a:spcAft>
          <a:spcPct val="0"/>
        </a:spcAft>
        <a:defRPr sz="5000">
          <a:solidFill>
            <a:schemeClr val="tx2"/>
          </a:solidFill>
          <a:latin typeface="Calibri" pitchFamily="34" charset="0"/>
        </a:defRPr>
      </a:lvl7pPr>
      <a:lvl8pPr marL="1371600" algn="l" rtl="0" fontAlgn="base">
        <a:spcBef>
          <a:spcPct val="0"/>
        </a:spcBef>
        <a:spcAft>
          <a:spcPct val="0"/>
        </a:spcAft>
        <a:defRPr sz="5000">
          <a:solidFill>
            <a:schemeClr val="tx2"/>
          </a:solidFill>
          <a:latin typeface="Calibri" pitchFamily="34" charset="0"/>
        </a:defRPr>
      </a:lvl8pPr>
      <a:lvl9pPr marL="1828800" algn="l" rtl="0" fontAlgn="base">
        <a:spcBef>
          <a:spcPct val="0"/>
        </a:spcBef>
        <a:spcAft>
          <a:spcPct val="0"/>
        </a:spcAft>
        <a:defRPr sz="5000">
          <a:solidFill>
            <a:schemeClr val="tx2"/>
          </a:solidFill>
          <a:latin typeface="Calibri" pitchFamily="34" charset="0"/>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extLst/>
        </p:spPr>
        <p:txBody>
          <a:bodyPr/>
          <a:lstStyle/>
          <a:p>
            <a:pPr algn="ctr" eaLnBrk="1" fontAlgn="auto" hangingPunct="1">
              <a:spcAft>
                <a:spcPts val="0"/>
              </a:spcAft>
              <a:defRPr/>
            </a:pPr>
            <a:r>
              <a:rPr lang="es-MX" sz="6000" dirty="0" smtClean="0">
                <a:solidFill>
                  <a:srgbClr val="FFFF00"/>
                </a:solidFill>
              </a:rPr>
              <a:t>Conceptos de </a:t>
            </a:r>
            <a:br>
              <a:rPr lang="es-MX" sz="6000" dirty="0" smtClean="0">
                <a:solidFill>
                  <a:srgbClr val="FFFF00"/>
                </a:solidFill>
              </a:rPr>
            </a:br>
            <a:r>
              <a:rPr lang="es-MX" sz="6000" dirty="0" smtClean="0">
                <a:solidFill>
                  <a:srgbClr val="FFFF00"/>
                </a:solidFill>
              </a:rPr>
              <a:t>bases de datos</a:t>
            </a:r>
            <a:endParaRPr lang="es-MX" sz="6000" dirty="0">
              <a:solidFill>
                <a:srgbClr val="FFFF00"/>
              </a:solidFill>
            </a:endParaRPr>
          </a:p>
        </p:txBody>
      </p:sp>
      <p:pic>
        <p:nvPicPr>
          <p:cNvPr id="5123" name="Picture 6" descr="database-backup.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3571875"/>
            <a:ext cx="3500438" cy="262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Content Placeholder 2"/>
          <p:cNvSpPr>
            <a:spLocks noGrp="1"/>
          </p:cNvSpPr>
          <p:nvPr>
            <p:ph idx="1"/>
          </p:nvPr>
        </p:nvSpPr>
        <p:spPr>
          <a:xfrm>
            <a:off x="428625" y="785813"/>
            <a:ext cx="8229600" cy="4389437"/>
          </a:xfrm>
        </p:spPr>
        <p:txBody>
          <a:bodyPr/>
          <a:lstStyle/>
          <a:p>
            <a:pPr eaLnBrk="1" hangingPunct="1"/>
            <a:r>
              <a:rPr lang="es-ES" sz="2800" dirty="0" smtClean="0"/>
              <a:t>En cada una de nuestras actividades usamos y generamos información.</a:t>
            </a:r>
          </a:p>
          <a:p>
            <a:pPr eaLnBrk="1" hangingPunct="1"/>
            <a:r>
              <a:rPr lang="es-ES" sz="2800" dirty="0" smtClean="0"/>
              <a:t>La información puede ser usada ya sea en forma </a:t>
            </a:r>
            <a:r>
              <a:rPr lang="es-ES" sz="2800" dirty="0" smtClean="0">
                <a:solidFill>
                  <a:srgbClr val="FF0000"/>
                </a:solidFill>
              </a:rPr>
              <a:t>organizada</a:t>
            </a:r>
            <a:r>
              <a:rPr lang="es-ES" sz="2800" dirty="0" smtClean="0"/>
              <a:t> o </a:t>
            </a:r>
            <a:r>
              <a:rPr lang="es-ES" sz="2800" dirty="0" smtClean="0">
                <a:solidFill>
                  <a:srgbClr val="FF0000"/>
                </a:solidFill>
              </a:rPr>
              <a:t>desorganizada</a:t>
            </a:r>
            <a:r>
              <a:rPr lang="es-ES" sz="2800" dirty="0" smtClean="0"/>
              <a:t>, pero el hacerlo de esta última manera, no garantiza su buen uso.</a:t>
            </a:r>
          </a:p>
          <a:p>
            <a:pPr eaLnBrk="1" hangingPunct="1"/>
            <a:endParaRPr lang="es-MX" dirty="0" smtClean="0"/>
          </a:p>
        </p:txBody>
      </p:sp>
      <p:grpSp>
        <p:nvGrpSpPr>
          <p:cNvPr id="6147" name="74 Grupo"/>
          <p:cNvGrpSpPr>
            <a:grpSpLocks/>
          </p:cNvGrpSpPr>
          <p:nvPr/>
        </p:nvGrpSpPr>
        <p:grpSpPr bwMode="auto">
          <a:xfrm>
            <a:off x="928688" y="3929063"/>
            <a:ext cx="2357437" cy="2428875"/>
            <a:chOff x="928662" y="3929066"/>
            <a:chExt cx="2357454" cy="2428893"/>
          </a:xfrm>
        </p:grpSpPr>
        <p:pic>
          <p:nvPicPr>
            <p:cNvPr id="6201" name="Picture 2" descr="C:\Program Files\Microsoft Office\MEDIA\CAGCAT10\j030295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18" y="4643446"/>
              <a:ext cx="713038" cy="99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Documents"/>
            <p:cNvSpPr>
              <a:spLocks noEditPoints="1" noChangeArrowheads="1"/>
            </p:cNvSpPr>
            <p:nvPr/>
          </p:nvSpPr>
          <p:spPr bwMode="auto">
            <a:xfrm>
              <a:off x="2714612" y="4214818"/>
              <a:ext cx="357191" cy="428628"/>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92D050"/>
            </a:solidFill>
            <a:ln>
              <a:headEnd/>
              <a:tailEnd/>
            </a:ln>
          </p:spPr>
          <p:style>
            <a:lnRef idx="3">
              <a:schemeClr val="lt1"/>
            </a:lnRef>
            <a:fillRef idx="1">
              <a:schemeClr val="accent1"/>
            </a:fillRef>
            <a:effectRef idx="1">
              <a:schemeClr val="accent1"/>
            </a:effectRef>
            <a:fontRef idx="minor">
              <a:schemeClr val="lt1"/>
            </a:fontRef>
          </p:style>
          <p:txBody>
            <a:bodyPr/>
            <a:lstStyle/>
            <a:p>
              <a:pPr fontAlgn="auto">
                <a:spcBef>
                  <a:spcPts val="0"/>
                </a:spcBef>
                <a:spcAft>
                  <a:spcPts val="0"/>
                </a:spcAft>
                <a:defRPr/>
              </a:pPr>
              <a:endParaRPr lang="es-ES"/>
            </a:p>
          </p:txBody>
        </p:sp>
        <p:sp>
          <p:nvSpPr>
            <p:cNvPr id="7" name="Document"/>
            <p:cNvSpPr>
              <a:spLocks noEditPoints="1" noChangeArrowheads="1"/>
            </p:cNvSpPr>
            <p:nvPr/>
          </p:nvSpPr>
          <p:spPr bwMode="auto">
            <a:xfrm>
              <a:off x="1214414" y="4214818"/>
              <a:ext cx="319089" cy="428628"/>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ln>
              <a:headEnd/>
              <a:tailEnd/>
            </a:ln>
          </p:spPr>
          <p:style>
            <a:lnRef idx="3">
              <a:schemeClr val="lt1"/>
            </a:lnRef>
            <a:fillRef idx="1">
              <a:schemeClr val="accent5"/>
            </a:fillRef>
            <a:effectRef idx="1">
              <a:schemeClr val="accent5"/>
            </a:effectRef>
            <a:fontRef idx="minor">
              <a:schemeClr val="lt1"/>
            </a:fontRef>
          </p:style>
          <p:txBody>
            <a:bodyPr/>
            <a:lstStyle/>
            <a:p>
              <a:pPr fontAlgn="auto">
                <a:spcBef>
                  <a:spcPts val="0"/>
                </a:spcBef>
                <a:spcAft>
                  <a:spcPts val="0"/>
                </a:spcAft>
                <a:defRPr/>
              </a:pPr>
              <a:endParaRPr lang="es-ES"/>
            </a:p>
          </p:txBody>
        </p:sp>
        <p:sp>
          <p:nvSpPr>
            <p:cNvPr id="8" name="Documents"/>
            <p:cNvSpPr>
              <a:spLocks noEditPoints="1" noChangeArrowheads="1"/>
            </p:cNvSpPr>
            <p:nvPr/>
          </p:nvSpPr>
          <p:spPr bwMode="auto">
            <a:xfrm>
              <a:off x="2928926" y="5072074"/>
              <a:ext cx="357190" cy="428628"/>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92D050"/>
            </a:solidFill>
            <a:ln>
              <a:headEnd/>
              <a:tailEnd/>
            </a:ln>
          </p:spPr>
          <p:style>
            <a:lnRef idx="3">
              <a:schemeClr val="lt1"/>
            </a:lnRef>
            <a:fillRef idx="1">
              <a:schemeClr val="accent1"/>
            </a:fillRef>
            <a:effectRef idx="1">
              <a:schemeClr val="accent1"/>
            </a:effectRef>
            <a:fontRef idx="minor">
              <a:schemeClr val="lt1"/>
            </a:fontRef>
          </p:style>
          <p:txBody>
            <a:bodyPr/>
            <a:lstStyle/>
            <a:p>
              <a:pPr fontAlgn="auto">
                <a:spcBef>
                  <a:spcPts val="0"/>
                </a:spcBef>
                <a:spcAft>
                  <a:spcPts val="0"/>
                </a:spcAft>
                <a:defRPr/>
              </a:pPr>
              <a:endParaRPr lang="es-ES"/>
            </a:p>
          </p:txBody>
        </p:sp>
        <p:sp>
          <p:nvSpPr>
            <p:cNvPr id="9" name="Documents"/>
            <p:cNvSpPr>
              <a:spLocks noEditPoints="1" noChangeArrowheads="1"/>
            </p:cNvSpPr>
            <p:nvPr/>
          </p:nvSpPr>
          <p:spPr bwMode="auto">
            <a:xfrm>
              <a:off x="928662" y="5000636"/>
              <a:ext cx="357190" cy="428628"/>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ln>
              <a:headEnd/>
              <a:tailEnd/>
            </a:ln>
          </p:spPr>
          <p:style>
            <a:lnRef idx="3">
              <a:schemeClr val="lt1"/>
            </a:lnRef>
            <a:fillRef idx="1">
              <a:schemeClr val="accent2"/>
            </a:fillRef>
            <a:effectRef idx="1">
              <a:schemeClr val="accent2"/>
            </a:effectRef>
            <a:fontRef idx="minor">
              <a:schemeClr val="lt1"/>
            </a:fontRef>
          </p:style>
          <p:txBody>
            <a:bodyPr/>
            <a:lstStyle/>
            <a:p>
              <a:pPr fontAlgn="auto">
                <a:spcBef>
                  <a:spcPts val="0"/>
                </a:spcBef>
                <a:spcAft>
                  <a:spcPts val="0"/>
                </a:spcAft>
                <a:defRPr/>
              </a:pPr>
              <a:endParaRPr lang="es-ES"/>
            </a:p>
          </p:txBody>
        </p:sp>
        <p:sp>
          <p:nvSpPr>
            <p:cNvPr id="10" name="Documents"/>
            <p:cNvSpPr>
              <a:spLocks noEditPoints="1" noChangeArrowheads="1"/>
            </p:cNvSpPr>
            <p:nvPr/>
          </p:nvSpPr>
          <p:spPr bwMode="auto">
            <a:xfrm>
              <a:off x="2000232" y="3929066"/>
              <a:ext cx="357191" cy="428628"/>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ln>
              <a:headEnd/>
              <a:tailEnd/>
            </a:ln>
          </p:spPr>
          <p:style>
            <a:lnRef idx="2">
              <a:schemeClr val="accent2">
                <a:shade val="50000"/>
              </a:schemeClr>
            </a:lnRef>
            <a:fillRef idx="1">
              <a:schemeClr val="accent2"/>
            </a:fillRef>
            <a:effectRef idx="0">
              <a:schemeClr val="accent2"/>
            </a:effectRef>
            <a:fontRef idx="minor">
              <a:schemeClr val="lt1"/>
            </a:fontRef>
          </p:style>
          <p:txBody>
            <a:bodyPr/>
            <a:lstStyle/>
            <a:p>
              <a:pPr fontAlgn="auto">
                <a:spcBef>
                  <a:spcPts val="0"/>
                </a:spcBef>
                <a:spcAft>
                  <a:spcPts val="0"/>
                </a:spcAft>
                <a:defRPr/>
              </a:pPr>
              <a:endParaRPr lang="es-ES"/>
            </a:p>
          </p:txBody>
        </p:sp>
        <p:sp>
          <p:nvSpPr>
            <p:cNvPr id="11" name="Documents"/>
            <p:cNvSpPr>
              <a:spLocks noEditPoints="1" noChangeArrowheads="1"/>
            </p:cNvSpPr>
            <p:nvPr/>
          </p:nvSpPr>
          <p:spPr bwMode="auto">
            <a:xfrm>
              <a:off x="2714612" y="5786455"/>
              <a:ext cx="357191" cy="428628"/>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ln>
              <a:headEnd/>
              <a:tailEnd/>
            </a:ln>
          </p:spPr>
          <p:style>
            <a:lnRef idx="3">
              <a:schemeClr val="lt1"/>
            </a:lnRef>
            <a:fillRef idx="1">
              <a:schemeClr val="accent2"/>
            </a:fillRef>
            <a:effectRef idx="1">
              <a:schemeClr val="accent2"/>
            </a:effectRef>
            <a:fontRef idx="minor">
              <a:schemeClr val="lt1"/>
            </a:fontRef>
          </p:style>
          <p:txBody>
            <a:bodyPr/>
            <a:lstStyle/>
            <a:p>
              <a:pPr fontAlgn="auto">
                <a:spcBef>
                  <a:spcPts val="0"/>
                </a:spcBef>
                <a:spcAft>
                  <a:spcPts val="0"/>
                </a:spcAft>
                <a:defRPr/>
              </a:pPr>
              <a:endParaRPr lang="es-ES"/>
            </a:p>
          </p:txBody>
        </p:sp>
        <p:sp>
          <p:nvSpPr>
            <p:cNvPr id="12" name="Document"/>
            <p:cNvSpPr>
              <a:spLocks noEditPoints="1" noChangeArrowheads="1"/>
            </p:cNvSpPr>
            <p:nvPr/>
          </p:nvSpPr>
          <p:spPr bwMode="auto">
            <a:xfrm>
              <a:off x="1285852" y="5786455"/>
              <a:ext cx="319090" cy="428628"/>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92D050"/>
            </a:solidFill>
            <a:ln>
              <a:headEnd/>
              <a:tailEnd/>
            </a:ln>
          </p:spPr>
          <p:style>
            <a:lnRef idx="3">
              <a:schemeClr val="lt1"/>
            </a:lnRef>
            <a:fillRef idx="1">
              <a:schemeClr val="accent1"/>
            </a:fillRef>
            <a:effectRef idx="1">
              <a:schemeClr val="accent1"/>
            </a:effectRef>
            <a:fontRef idx="minor">
              <a:schemeClr val="lt1"/>
            </a:fontRef>
          </p:style>
          <p:txBody>
            <a:bodyPr/>
            <a:lstStyle/>
            <a:p>
              <a:pPr fontAlgn="auto">
                <a:spcBef>
                  <a:spcPts val="0"/>
                </a:spcBef>
                <a:spcAft>
                  <a:spcPts val="0"/>
                </a:spcAft>
                <a:defRPr/>
              </a:pPr>
              <a:endParaRPr lang="es-ES"/>
            </a:p>
          </p:txBody>
        </p:sp>
        <p:sp>
          <p:nvSpPr>
            <p:cNvPr id="13" name="Document"/>
            <p:cNvSpPr>
              <a:spLocks noEditPoints="1" noChangeArrowheads="1"/>
            </p:cNvSpPr>
            <p:nvPr/>
          </p:nvSpPr>
          <p:spPr bwMode="auto">
            <a:xfrm>
              <a:off x="2000232" y="5929331"/>
              <a:ext cx="319090" cy="428628"/>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ln>
              <a:headEnd/>
              <a:tailEnd/>
            </a:ln>
          </p:spPr>
          <p:style>
            <a:lnRef idx="3">
              <a:schemeClr val="lt1"/>
            </a:lnRef>
            <a:fillRef idx="1">
              <a:schemeClr val="accent5"/>
            </a:fillRef>
            <a:effectRef idx="1">
              <a:schemeClr val="accent5"/>
            </a:effectRef>
            <a:fontRef idx="minor">
              <a:schemeClr val="lt1"/>
            </a:fontRef>
          </p:style>
          <p:txBody>
            <a:bodyPr/>
            <a:lstStyle/>
            <a:p>
              <a:pPr fontAlgn="auto">
                <a:spcBef>
                  <a:spcPts val="0"/>
                </a:spcBef>
                <a:spcAft>
                  <a:spcPts val="0"/>
                </a:spcAft>
                <a:defRPr/>
              </a:pPr>
              <a:endParaRPr lang="es-ES"/>
            </a:p>
          </p:txBody>
        </p:sp>
        <p:cxnSp>
          <p:nvCxnSpPr>
            <p:cNvPr id="14" name="14 Forma"/>
            <p:cNvCxnSpPr>
              <a:stCxn id="10" idx="4"/>
            </p:cNvCxnSpPr>
            <p:nvPr/>
          </p:nvCxnSpPr>
          <p:spPr>
            <a:xfrm flipH="1">
              <a:off x="2143108" y="4357694"/>
              <a:ext cx="158751" cy="285752"/>
            </a:xfrm>
            <a:prstGeom prst="curvedConnector4">
              <a:avLst>
                <a:gd name="adj1" fmla="val -143155"/>
                <a:gd name="adj2" fmla="val 4990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17 Conector curvado"/>
            <p:cNvCxnSpPr>
              <a:stCxn id="6" idx="4"/>
            </p:cNvCxnSpPr>
            <p:nvPr/>
          </p:nvCxnSpPr>
          <p:spPr>
            <a:xfrm flipH="1">
              <a:off x="2357422" y="4643446"/>
              <a:ext cx="658817" cy="357190"/>
            </a:xfrm>
            <a:prstGeom prst="curvedConnector3">
              <a:avLst>
                <a:gd name="adj1" fmla="val -43075"/>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19 Conector curvado"/>
            <p:cNvCxnSpPr>
              <a:stCxn id="7" idx="7"/>
            </p:cNvCxnSpPr>
            <p:nvPr/>
          </p:nvCxnSpPr>
          <p:spPr>
            <a:xfrm>
              <a:off x="1533503" y="4643446"/>
              <a:ext cx="252415" cy="500066"/>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21 Conector curvado"/>
            <p:cNvCxnSpPr>
              <a:stCxn id="9" idx="3"/>
            </p:cNvCxnSpPr>
            <p:nvPr/>
          </p:nvCxnSpPr>
          <p:spPr>
            <a:xfrm flipV="1">
              <a:off x="1258864" y="5143512"/>
              <a:ext cx="527054" cy="258765"/>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24 Conector curvado"/>
            <p:cNvCxnSpPr>
              <a:stCxn id="12" idx="3"/>
            </p:cNvCxnSpPr>
            <p:nvPr/>
          </p:nvCxnSpPr>
          <p:spPr>
            <a:xfrm flipV="1">
              <a:off x="1606529" y="5786455"/>
              <a:ext cx="322265" cy="211139"/>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26 Forma"/>
            <p:cNvCxnSpPr>
              <a:stCxn id="13" idx="2"/>
            </p:cNvCxnSpPr>
            <p:nvPr/>
          </p:nvCxnSpPr>
          <p:spPr>
            <a:xfrm flipH="1" flipV="1">
              <a:off x="2143108" y="5643579"/>
              <a:ext cx="15875" cy="287339"/>
            </a:xfrm>
            <a:prstGeom prst="curvedConnector4">
              <a:avLst>
                <a:gd name="adj1" fmla="val -1368698"/>
                <a:gd name="adj2" fmla="val 50279"/>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33 Conector curvado"/>
            <p:cNvCxnSpPr>
              <a:stCxn id="11" idx="9"/>
            </p:cNvCxnSpPr>
            <p:nvPr/>
          </p:nvCxnSpPr>
          <p:spPr>
            <a:xfrm flipH="1" flipV="1">
              <a:off x="2428860" y="5572140"/>
              <a:ext cx="465141" cy="214315"/>
            </a:xfrm>
            <a:prstGeom prst="curvedConnector3">
              <a:avLst>
                <a:gd name="adj1" fmla="val -8769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35 Forma"/>
            <p:cNvCxnSpPr/>
            <p:nvPr/>
          </p:nvCxnSpPr>
          <p:spPr>
            <a:xfrm flipH="1" flipV="1">
              <a:off x="2428860" y="5286388"/>
              <a:ext cx="430216" cy="142876"/>
            </a:xfrm>
            <a:prstGeom prst="curvedConnector5">
              <a:avLst>
                <a:gd name="adj1" fmla="val -15076"/>
                <a:gd name="adj2" fmla="val 129154"/>
                <a:gd name="adj3" fmla="val 66417"/>
              </a:avLst>
            </a:prstGeom>
            <a:ln>
              <a:tailEnd type="arrow"/>
            </a:ln>
          </p:spPr>
          <p:style>
            <a:lnRef idx="1">
              <a:schemeClr val="accent1"/>
            </a:lnRef>
            <a:fillRef idx="0">
              <a:schemeClr val="accent1"/>
            </a:fillRef>
            <a:effectRef idx="0">
              <a:schemeClr val="accent1"/>
            </a:effectRef>
            <a:fontRef idx="minor">
              <a:schemeClr val="tx1"/>
            </a:fontRef>
          </p:style>
        </p:cxnSp>
      </p:grpSp>
      <p:graphicFrame>
        <p:nvGraphicFramePr>
          <p:cNvPr id="22" name="42 Tabla"/>
          <p:cNvGraphicFramePr>
            <a:graphicFrameLocks noGrp="1"/>
          </p:cNvGraphicFramePr>
          <p:nvPr/>
        </p:nvGraphicFramePr>
        <p:xfrm>
          <a:off x="6572250" y="3214688"/>
          <a:ext cx="857250" cy="1482724"/>
        </p:xfrm>
        <a:graphic>
          <a:graphicData uri="http://schemas.openxmlformats.org/drawingml/2006/table">
            <a:tbl>
              <a:tblPr firstRow="1" bandRow="1">
                <a:tableStyleId>{5C22544A-7EE6-4342-B048-85BDC9FD1C3A}</a:tableStyleId>
              </a:tblPr>
              <a:tblGrid>
                <a:gridCol w="857250"/>
              </a:tblGrid>
              <a:tr h="370681">
                <a:tc>
                  <a:txBody>
                    <a:bodyPr/>
                    <a:lstStyle/>
                    <a:p>
                      <a:endParaRPr lang="es-ES" sz="1800" dirty="0"/>
                    </a:p>
                  </a:txBody>
                  <a:tcPr marL="91439" marR="91439" marT="45700" marB="45700"/>
                </a:tc>
              </a:tr>
              <a:tr h="370681">
                <a:tc>
                  <a:txBody>
                    <a:bodyPr/>
                    <a:lstStyle/>
                    <a:p>
                      <a:endParaRPr lang="es-ES" sz="1800" dirty="0"/>
                    </a:p>
                  </a:txBody>
                  <a:tcPr marL="91439" marR="91439" marT="45700" marB="45700"/>
                </a:tc>
              </a:tr>
              <a:tr h="370681">
                <a:tc>
                  <a:txBody>
                    <a:bodyPr/>
                    <a:lstStyle/>
                    <a:p>
                      <a:endParaRPr lang="es-ES" sz="1800" dirty="0"/>
                    </a:p>
                  </a:txBody>
                  <a:tcPr marL="91439" marR="91439" marT="45700" marB="45700"/>
                </a:tc>
              </a:tr>
              <a:tr h="370681">
                <a:tc>
                  <a:txBody>
                    <a:bodyPr/>
                    <a:lstStyle/>
                    <a:p>
                      <a:endParaRPr lang="es-ES" sz="1800" dirty="0"/>
                    </a:p>
                  </a:txBody>
                  <a:tcPr marL="91439" marR="91439" marT="45700" marB="45700"/>
                </a:tc>
              </a:tr>
            </a:tbl>
          </a:graphicData>
        </a:graphic>
      </p:graphicFrame>
      <p:graphicFrame>
        <p:nvGraphicFramePr>
          <p:cNvPr id="23" name="46 Tabla"/>
          <p:cNvGraphicFramePr>
            <a:graphicFrameLocks noGrp="1"/>
          </p:cNvGraphicFramePr>
          <p:nvPr/>
        </p:nvGraphicFramePr>
        <p:xfrm>
          <a:off x="7643813" y="4000500"/>
          <a:ext cx="857250" cy="1482724"/>
        </p:xfrm>
        <a:graphic>
          <a:graphicData uri="http://schemas.openxmlformats.org/drawingml/2006/table">
            <a:tbl>
              <a:tblPr firstRow="1" bandRow="1">
                <a:tableStyleId>{5C22544A-7EE6-4342-B048-85BDC9FD1C3A}</a:tableStyleId>
              </a:tblPr>
              <a:tblGrid>
                <a:gridCol w="857250"/>
              </a:tblGrid>
              <a:tr h="370681">
                <a:tc>
                  <a:txBody>
                    <a:bodyPr/>
                    <a:lstStyle/>
                    <a:p>
                      <a:endParaRPr lang="es-ES" sz="1800" dirty="0"/>
                    </a:p>
                  </a:txBody>
                  <a:tcPr marL="91439" marR="91439" marT="45700" marB="45700"/>
                </a:tc>
              </a:tr>
              <a:tr h="370681">
                <a:tc>
                  <a:txBody>
                    <a:bodyPr/>
                    <a:lstStyle/>
                    <a:p>
                      <a:endParaRPr lang="es-ES" sz="1800" dirty="0"/>
                    </a:p>
                  </a:txBody>
                  <a:tcPr marL="91439" marR="91439" marT="45700" marB="45700"/>
                </a:tc>
              </a:tr>
              <a:tr h="370681">
                <a:tc>
                  <a:txBody>
                    <a:bodyPr/>
                    <a:lstStyle/>
                    <a:p>
                      <a:endParaRPr lang="es-ES" sz="1800" dirty="0"/>
                    </a:p>
                  </a:txBody>
                  <a:tcPr marL="91439" marR="91439" marT="45700" marB="45700"/>
                </a:tc>
              </a:tr>
              <a:tr h="370681">
                <a:tc>
                  <a:txBody>
                    <a:bodyPr/>
                    <a:lstStyle/>
                    <a:p>
                      <a:endParaRPr lang="es-ES" sz="1800" dirty="0"/>
                    </a:p>
                  </a:txBody>
                  <a:tcPr marL="91439" marR="91439" marT="45700" marB="45700"/>
                </a:tc>
              </a:tr>
            </a:tbl>
          </a:graphicData>
        </a:graphic>
      </p:graphicFrame>
      <p:graphicFrame>
        <p:nvGraphicFramePr>
          <p:cNvPr id="24" name="50 Tabla"/>
          <p:cNvGraphicFramePr>
            <a:graphicFrameLocks noGrp="1"/>
          </p:cNvGraphicFramePr>
          <p:nvPr/>
        </p:nvGraphicFramePr>
        <p:xfrm>
          <a:off x="6572250" y="5214938"/>
          <a:ext cx="857250" cy="1112838"/>
        </p:xfrm>
        <a:graphic>
          <a:graphicData uri="http://schemas.openxmlformats.org/drawingml/2006/table">
            <a:tbl>
              <a:tblPr firstRow="1" bandRow="1">
                <a:tableStyleId>{5C22544A-7EE6-4342-B048-85BDC9FD1C3A}</a:tableStyleId>
              </a:tblPr>
              <a:tblGrid>
                <a:gridCol w="857250"/>
              </a:tblGrid>
              <a:tr h="370946">
                <a:tc>
                  <a:txBody>
                    <a:bodyPr/>
                    <a:lstStyle/>
                    <a:p>
                      <a:endParaRPr lang="es-ES" sz="1800" dirty="0"/>
                    </a:p>
                  </a:txBody>
                  <a:tcPr marL="91439" marR="91439" marT="45733" marB="45733"/>
                </a:tc>
              </a:tr>
              <a:tr h="370946">
                <a:tc>
                  <a:txBody>
                    <a:bodyPr/>
                    <a:lstStyle/>
                    <a:p>
                      <a:endParaRPr lang="es-ES" sz="1800" dirty="0"/>
                    </a:p>
                  </a:txBody>
                  <a:tcPr marL="91439" marR="91439" marT="45733" marB="45733"/>
                </a:tc>
              </a:tr>
              <a:tr h="370946">
                <a:tc>
                  <a:txBody>
                    <a:bodyPr/>
                    <a:lstStyle/>
                    <a:p>
                      <a:endParaRPr lang="es-ES" sz="1800" dirty="0"/>
                    </a:p>
                  </a:txBody>
                  <a:tcPr marL="91439" marR="91439" marT="45733" marB="45733"/>
                </a:tc>
              </a:tr>
            </a:tbl>
          </a:graphicData>
        </a:graphic>
      </p:graphicFrame>
      <p:grpSp>
        <p:nvGrpSpPr>
          <p:cNvPr id="6182" name="73 Grupo"/>
          <p:cNvGrpSpPr>
            <a:grpSpLocks/>
          </p:cNvGrpSpPr>
          <p:nvPr/>
        </p:nvGrpSpPr>
        <p:grpSpPr bwMode="auto">
          <a:xfrm>
            <a:off x="5500688" y="3643313"/>
            <a:ext cx="2613025" cy="2628900"/>
            <a:chOff x="5500694" y="3643314"/>
            <a:chExt cx="2612712" cy="2629558"/>
          </a:xfrm>
        </p:grpSpPr>
        <p:grpSp>
          <p:nvGrpSpPr>
            <p:cNvPr id="6185" name="69 Grupo"/>
            <p:cNvGrpSpPr>
              <a:grpSpLocks/>
            </p:cNvGrpSpPr>
            <p:nvPr/>
          </p:nvGrpSpPr>
          <p:grpSpPr bwMode="auto">
            <a:xfrm>
              <a:off x="6857843" y="3643314"/>
              <a:ext cx="214287" cy="1000375"/>
              <a:chOff x="6857843" y="3643314"/>
              <a:chExt cx="214287" cy="1000375"/>
            </a:xfrm>
          </p:grpSpPr>
          <p:sp>
            <p:nvSpPr>
              <p:cNvPr id="39" name="Documents"/>
              <p:cNvSpPr>
                <a:spLocks noEditPoints="1" noChangeArrowheads="1"/>
              </p:cNvSpPr>
              <p:nvPr/>
            </p:nvSpPr>
            <p:spPr bwMode="auto">
              <a:xfrm>
                <a:off x="6857843" y="3643314"/>
                <a:ext cx="214287" cy="214366"/>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ln>
                <a:headEnd/>
                <a:tailEnd/>
              </a:ln>
            </p:spPr>
            <p:style>
              <a:lnRef idx="3">
                <a:schemeClr val="lt1"/>
              </a:lnRef>
              <a:fillRef idx="1">
                <a:schemeClr val="accent2"/>
              </a:fillRef>
              <a:effectRef idx="1">
                <a:schemeClr val="accent2"/>
              </a:effectRef>
              <a:fontRef idx="minor">
                <a:schemeClr val="lt1"/>
              </a:fontRef>
            </p:style>
            <p:txBody>
              <a:bodyPr/>
              <a:lstStyle/>
              <a:p>
                <a:pPr fontAlgn="auto">
                  <a:spcBef>
                    <a:spcPts val="0"/>
                  </a:spcBef>
                  <a:spcAft>
                    <a:spcPts val="0"/>
                  </a:spcAft>
                  <a:defRPr/>
                </a:pPr>
                <a:endParaRPr lang="es-ES"/>
              </a:p>
            </p:txBody>
          </p:sp>
          <p:sp>
            <p:nvSpPr>
              <p:cNvPr id="40" name="Documents"/>
              <p:cNvSpPr>
                <a:spLocks noEditPoints="1" noChangeArrowheads="1"/>
              </p:cNvSpPr>
              <p:nvPr/>
            </p:nvSpPr>
            <p:spPr bwMode="auto">
              <a:xfrm>
                <a:off x="6857843" y="4041876"/>
                <a:ext cx="214287" cy="214367"/>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ln>
                <a:headEnd/>
                <a:tailEnd/>
              </a:ln>
            </p:spPr>
            <p:style>
              <a:lnRef idx="3">
                <a:schemeClr val="lt1"/>
              </a:lnRef>
              <a:fillRef idx="1">
                <a:schemeClr val="accent2"/>
              </a:fillRef>
              <a:effectRef idx="1">
                <a:schemeClr val="accent2"/>
              </a:effectRef>
              <a:fontRef idx="minor">
                <a:schemeClr val="lt1"/>
              </a:fontRef>
            </p:style>
            <p:txBody>
              <a:bodyPr/>
              <a:lstStyle/>
              <a:p>
                <a:pPr fontAlgn="auto">
                  <a:spcBef>
                    <a:spcPts val="0"/>
                  </a:spcBef>
                  <a:spcAft>
                    <a:spcPts val="0"/>
                  </a:spcAft>
                  <a:defRPr/>
                </a:pPr>
                <a:endParaRPr lang="es-ES"/>
              </a:p>
            </p:txBody>
          </p:sp>
          <p:sp>
            <p:nvSpPr>
              <p:cNvPr id="41" name="Documents"/>
              <p:cNvSpPr>
                <a:spLocks noEditPoints="1" noChangeArrowheads="1"/>
              </p:cNvSpPr>
              <p:nvPr/>
            </p:nvSpPr>
            <p:spPr bwMode="auto">
              <a:xfrm>
                <a:off x="6857843" y="4429322"/>
                <a:ext cx="214287" cy="214367"/>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ln>
                <a:headEnd/>
                <a:tailEnd/>
              </a:ln>
            </p:spPr>
            <p:style>
              <a:lnRef idx="3">
                <a:schemeClr val="lt1"/>
              </a:lnRef>
              <a:fillRef idx="1">
                <a:schemeClr val="accent2"/>
              </a:fillRef>
              <a:effectRef idx="1">
                <a:schemeClr val="accent2"/>
              </a:effectRef>
              <a:fontRef idx="minor">
                <a:schemeClr val="lt1"/>
              </a:fontRef>
            </p:style>
            <p:txBody>
              <a:bodyPr/>
              <a:lstStyle/>
              <a:p>
                <a:pPr fontAlgn="auto">
                  <a:spcBef>
                    <a:spcPts val="0"/>
                  </a:spcBef>
                  <a:spcAft>
                    <a:spcPts val="0"/>
                  </a:spcAft>
                  <a:defRPr/>
                </a:pPr>
                <a:endParaRPr lang="es-ES"/>
              </a:p>
            </p:txBody>
          </p:sp>
        </p:grpSp>
        <p:grpSp>
          <p:nvGrpSpPr>
            <p:cNvPr id="6186" name="70 Grupo"/>
            <p:cNvGrpSpPr>
              <a:grpSpLocks/>
            </p:cNvGrpSpPr>
            <p:nvPr/>
          </p:nvGrpSpPr>
          <p:grpSpPr bwMode="auto">
            <a:xfrm>
              <a:off x="7899119" y="4429323"/>
              <a:ext cx="214287" cy="1000376"/>
              <a:chOff x="7899119" y="4429323"/>
              <a:chExt cx="214287" cy="1000376"/>
            </a:xfrm>
          </p:grpSpPr>
          <p:sp>
            <p:nvSpPr>
              <p:cNvPr id="36" name="Document"/>
              <p:cNvSpPr>
                <a:spLocks noEditPoints="1" noChangeArrowheads="1"/>
              </p:cNvSpPr>
              <p:nvPr/>
            </p:nvSpPr>
            <p:spPr bwMode="auto">
              <a:xfrm>
                <a:off x="7899119" y="4429323"/>
                <a:ext cx="214287" cy="214367"/>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92D050"/>
              </a:solidFill>
              <a:ln>
                <a:headEnd/>
                <a:tailEnd/>
              </a:ln>
            </p:spPr>
            <p:style>
              <a:lnRef idx="3">
                <a:schemeClr val="lt1"/>
              </a:lnRef>
              <a:fillRef idx="1">
                <a:schemeClr val="accent1"/>
              </a:fillRef>
              <a:effectRef idx="1">
                <a:schemeClr val="accent1"/>
              </a:effectRef>
              <a:fontRef idx="minor">
                <a:schemeClr val="lt1"/>
              </a:fontRef>
            </p:style>
            <p:txBody>
              <a:bodyPr/>
              <a:lstStyle/>
              <a:p>
                <a:pPr fontAlgn="auto">
                  <a:spcBef>
                    <a:spcPts val="0"/>
                  </a:spcBef>
                  <a:spcAft>
                    <a:spcPts val="0"/>
                  </a:spcAft>
                  <a:defRPr/>
                </a:pPr>
                <a:endParaRPr lang="es-ES"/>
              </a:p>
            </p:txBody>
          </p:sp>
          <p:sp>
            <p:nvSpPr>
              <p:cNvPr id="37" name="Document"/>
              <p:cNvSpPr>
                <a:spLocks noEditPoints="1" noChangeArrowheads="1"/>
              </p:cNvSpPr>
              <p:nvPr/>
            </p:nvSpPr>
            <p:spPr bwMode="auto">
              <a:xfrm>
                <a:off x="7899119" y="4858055"/>
                <a:ext cx="214287" cy="214367"/>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92D050"/>
              </a:solidFill>
              <a:ln>
                <a:headEnd/>
                <a:tailEnd/>
              </a:ln>
            </p:spPr>
            <p:style>
              <a:lnRef idx="3">
                <a:schemeClr val="lt1"/>
              </a:lnRef>
              <a:fillRef idx="1">
                <a:schemeClr val="accent1"/>
              </a:fillRef>
              <a:effectRef idx="1">
                <a:schemeClr val="accent1"/>
              </a:effectRef>
              <a:fontRef idx="minor">
                <a:schemeClr val="lt1"/>
              </a:fontRef>
            </p:style>
            <p:txBody>
              <a:bodyPr/>
              <a:lstStyle/>
              <a:p>
                <a:pPr fontAlgn="auto">
                  <a:spcBef>
                    <a:spcPts val="0"/>
                  </a:spcBef>
                  <a:spcAft>
                    <a:spcPts val="0"/>
                  </a:spcAft>
                  <a:defRPr/>
                </a:pPr>
                <a:endParaRPr lang="es-ES"/>
              </a:p>
            </p:txBody>
          </p:sp>
          <p:sp>
            <p:nvSpPr>
              <p:cNvPr id="38" name="Document"/>
              <p:cNvSpPr>
                <a:spLocks noEditPoints="1" noChangeArrowheads="1"/>
              </p:cNvSpPr>
              <p:nvPr/>
            </p:nvSpPr>
            <p:spPr bwMode="auto">
              <a:xfrm>
                <a:off x="7899119" y="5215332"/>
                <a:ext cx="214287" cy="214366"/>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92D050"/>
              </a:solidFill>
              <a:ln>
                <a:headEnd/>
                <a:tailEnd/>
              </a:ln>
            </p:spPr>
            <p:style>
              <a:lnRef idx="3">
                <a:schemeClr val="lt1"/>
              </a:lnRef>
              <a:fillRef idx="1">
                <a:schemeClr val="accent1"/>
              </a:fillRef>
              <a:effectRef idx="1">
                <a:schemeClr val="accent1"/>
              </a:effectRef>
              <a:fontRef idx="minor">
                <a:schemeClr val="lt1"/>
              </a:fontRef>
            </p:style>
            <p:txBody>
              <a:bodyPr/>
              <a:lstStyle/>
              <a:p>
                <a:pPr fontAlgn="auto">
                  <a:spcBef>
                    <a:spcPts val="0"/>
                  </a:spcBef>
                  <a:spcAft>
                    <a:spcPts val="0"/>
                  </a:spcAft>
                  <a:defRPr/>
                </a:pPr>
                <a:endParaRPr lang="es-ES"/>
              </a:p>
            </p:txBody>
          </p:sp>
        </p:grpSp>
        <p:grpSp>
          <p:nvGrpSpPr>
            <p:cNvPr id="6187" name="71 Grupo"/>
            <p:cNvGrpSpPr>
              <a:grpSpLocks/>
            </p:cNvGrpSpPr>
            <p:nvPr/>
          </p:nvGrpSpPr>
          <p:grpSpPr bwMode="auto">
            <a:xfrm>
              <a:off x="6857843" y="5644065"/>
              <a:ext cx="231747" cy="628807"/>
              <a:chOff x="6857843" y="5644065"/>
              <a:chExt cx="231747" cy="628807"/>
            </a:xfrm>
          </p:grpSpPr>
          <p:sp>
            <p:nvSpPr>
              <p:cNvPr id="34" name="Document"/>
              <p:cNvSpPr>
                <a:spLocks noEditPoints="1" noChangeArrowheads="1"/>
              </p:cNvSpPr>
              <p:nvPr/>
            </p:nvSpPr>
            <p:spPr bwMode="auto">
              <a:xfrm>
                <a:off x="6857843" y="5644065"/>
                <a:ext cx="214287" cy="214366"/>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ln>
                <a:headEnd/>
                <a:tailEnd/>
              </a:ln>
            </p:spPr>
            <p:style>
              <a:lnRef idx="3">
                <a:schemeClr val="lt1"/>
              </a:lnRef>
              <a:fillRef idx="1">
                <a:schemeClr val="accent5"/>
              </a:fillRef>
              <a:effectRef idx="1">
                <a:schemeClr val="accent5"/>
              </a:effectRef>
              <a:fontRef idx="minor">
                <a:schemeClr val="lt1"/>
              </a:fontRef>
            </p:style>
            <p:txBody>
              <a:bodyPr/>
              <a:lstStyle/>
              <a:p>
                <a:pPr fontAlgn="auto">
                  <a:spcBef>
                    <a:spcPts val="0"/>
                  </a:spcBef>
                  <a:spcAft>
                    <a:spcPts val="0"/>
                  </a:spcAft>
                  <a:defRPr/>
                </a:pPr>
                <a:endParaRPr lang="es-ES"/>
              </a:p>
            </p:txBody>
          </p:sp>
          <p:sp>
            <p:nvSpPr>
              <p:cNvPr id="35" name="Document"/>
              <p:cNvSpPr>
                <a:spLocks noEditPoints="1" noChangeArrowheads="1"/>
              </p:cNvSpPr>
              <p:nvPr/>
            </p:nvSpPr>
            <p:spPr bwMode="auto">
              <a:xfrm>
                <a:off x="6875304" y="6058505"/>
                <a:ext cx="214286" cy="214367"/>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ln>
                <a:headEnd/>
                <a:tailEnd/>
              </a:ln>
            </p:spPr>
            <p:style>
              <a:lnRef idx="3">
                <a:schemeClr val="lt1"/>
              </a:lnRef>
              <a:fillRef idx="1">
                <a:schemeClr val="accent5"/>
              </a:fillRef>
              <a:effectRef idx="1">
                <a:schemeClr val="accent5"/>
              </a:effectRef>
              <a:fontRef idx="minor">
                <a:schemeClr val="lt1"/>
              </a:fontRef>
            </p:style>
            <p:txBody>
              <a:bodyPr/>
              <a:lstStyle/>
              <a:p>
                <a:pPr fontAlgn="auto">
                  <a:spcBef>
                    <a:spcPts val="0"/>
                  </a:spcBef>
                  <a:spcAft>
                    <a:spcPts val="0"/>
                  </a:spcAft>
                  <a:defRPr/>
                </a:pPr>
                <a:endParaRPr lang="es-ES"/>
              </a:p>
            </p:txBody>
          </p:sp>
        </p:grpSp>
        <p:grpSp>
          <p:nvGrpSpPr>
            <p:cNvPr id="6188" name="72 Grupo"/>
            <p:cNvGrpSpPr>
              <a:grpSpLocks/>
            </p:cNvGrpSpPr>
            <p:nvPr/>
          </p:nvGrpSpPr>
          <p:grpSpPr bwMode="auto">
            <a:xfrm>
              <a:off x="5500694" y="4000590"/>
              <a:ext cx="2142868" cy="2000752"/>
              <a:chOff x="5500694" y="4000590"/>
              <a:chExt cx="2142868" cy="2000752"/>
            </a:xfrm>
          </p:grpSpPr>
          <p:pic>
            <p:nvPicPr>
              <p:cNvPr id="6189" name="Picture 6" descr="C:\Program Files\Microsoft Office\MEDIA\CAGCAT10\j0292020.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00694" y="4643446"/>
                <a:ext cx="752677" cy="71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1" name="54 Conector recto de flecha"/>
              <p:cNvCxnSpPr/>
              <p:nvPr/>
            </p:nvCxnSpPr>
            <p:spPr>
              <a:xfrm flipV="1">
                <a:off x="6253079" y="4000590"/>
                <a:ext cx="319049" cy="10003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56 Conector recto de flecha"/>
              <p:cNvCxnSpPr/>
              <p:nvPr/>
            </p:nvCxnSpPr>
            <p:spPr>
              <a:xfrm flipV="1">
                <a:off x="6253079" y="4929511"/>
                <a:ext cx="1390483" cy="714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58 Conector recto de flecha"/>
              <p:cNvCxnSpPr/>
              <p:nvPr/>
            </p:nvCxnSpPr>
            <p:spPr>
              <a:xfrm>
                <a:off x="6253079" y="5000965"/>
                <a:ext cx="319049" cy="10003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sp>
        <p:nvSpPr>
          <p:cNvPr id="42" name="60 CuadroTexto"/>
          <p:cNvSpPr txBox="1"/>
          <p:nvPr/>
        </p:nvSpPr>
        <p:spPr>
          <a:xfrm>
            <a:off x="7500938" y="6072188"/>
            <a:ext cx="1244600" cy="338137"/>
          </a:xfrm>
          <a:prstGeom prst="rect">
            <a:avLst/>
          </a:prstGeom>
          <a:noFill/>
        </p:spPr>
        <p:txBody>
          <a:bodyPr wrap="none">
            <a:spAutoFit/>
          </a:bodyPr>
          <a:lstStyle/>
          <a:p>
            <a:pPr fontAlgn="auto">
              <a:spcBef>
                <a:spcPts val="0"/>
              </a:spcBef>
              <a:spcAft>
                <a:spcPts val="0"/>
              </a:spcAft>
              <a:defRPr/>
            </a:pPr>
            <a:r>
              <a:rPr lang="es-ES" sz="1600" i="1" dirty="0">
                <a:solidFill>
                  <a:srgbClr val="0070C0"/>
                </a:solidFill>
                <a:effectLst>
                  <a:outerShdw blurRad="38100" dist="38100" dir="2700000" algn="tl">
                    <a:srgbClr val="000000">
                      <a:alpha val="43137"/>
                    </a:srgbClr>
                  </a:outerShdw>
                </a:effectLst>
                <a:latin typeface="+mn-lt"/>
                <a:cs typeface="+mn-cs"/>
              </a:rPr>
              <a:t>Organizada</a:t>
            </a:r>
          </a:p>
        </p:txBody>
      </p:sp>
      <p:sp>
        <p:nvSpPr>
          <p:cNvPr id="44" name="59 CuadroTexto"/>
          <p:cNvSpPr txBox="1"/>
          <p:nvPr/>
        </p:nvSpPr>
        <p:spPr>
          <a:xfrm>
            <a:off x="285750" y="3571875"/>
            <a:ext cx="1562100" cy="338138"/>
          </a:xfrm>
          <a:prstGeom prst="rect">
            <a:avLst/>
          </a:prstGeom>
          <a:noFill/>
        </p:spPr>
        <p:txBody>
          <a:bodyPr wrap="none">
            <a:spAutoFit/>
          </a:bodyPr>
          <a:lstStyle/>
          <a:p>
            <a:pPr fontAlgn="auto">
              <a:spcBef>
                <a:spcPts val="0"/>
              </a:spcBef>
              <a:spcAft>
                <a:spcPts val="0"/>
              </a:spcAft>
              <a:defRPr/>
            </a:pPr>
            <a:r>
              <a:rPr lang="es-ES" sz="1600" i="1" dirty="0">
                <a:solidFill>
                  <a:srgbClr val="0070C0"/>
                </a:solidFill>
                <a:effectLst>
                  <a:outerShdw blurRad="38100" dist="38100" dir="2700000" algn="tl">
                    <a:srgbClr val="000000">
                      <a:alpha val="43137"/>
                    </a:srgbClr>
                  </a:outerShdw>
                </a:effectLst>
                <a:latin typeface="+mn-lt"/>
                <a:cs typeface="+mn-cs"/>
              </a:rPr>
              <a:t>Desorganizada</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s-MX" smtClean="0"/>
              <a:t>¿Qué es una base de datos?</a:t>
            </a:r>
          </a:p>
        </p:txBody>
      </p:sp>
      <p:sp>
        <p:nvSpPr>
          <p:cNvPr id="7171" name="Content Placeholder 2"/>
          <p:cNvSpPr>
            <a:spLocks noGrp="1"/>
          </p:cNvSpPr>
          <p:nvPr>
            <p:ph idx="1"/>
          </p:nvPr>
        </p:nvSpPr>
        <p:spPr>
          <a:xfrm>
            <a:off x="457200" y="1935163"/>
            <a:ext cx="5972175" cy="4389437"/>
          </a:xfrm>
        </p:spPr>
        <p:txBody>
          <a:bodyPr/>
          <a:lstStyle/>
          <a:p>
            <a:pPr eaLnBrk="1" hangingPunct="1"/>
            <a:r>
              <a:rPr lang="es-ES" sz="3600" dirty="0" smtClean="0"/>
              <a:t>Una </a:t>
            </a:r>
            <a:r>
              <a:rPr lang="es-ES" sz="3600" b="1" i="1" dirty="0" smtClean="0">
                <a:solidFill>
                  <a:srgbClr val="FF0000"/>
                </a:solidFill>
              </a:rPr>
              <a:t>base de datos  </a:t>
            </a:r>
            <a:r>
              <a:rPr lang="es-ES" sz="3600" dirty="0" smtClean="0"/>
              <a:t>es un conjunto de información relacionada, almacenada sistemáticamente en forma organizada, en un medio electrónico. </a:t>
            </a:r>
            <a:endParaRPr lang="es-MX" sz="3600" dirty="0" smtClean="0"/>
          </a:p>
        </p:txBody>
      </p:sp>
      <p:sp>
        <p:nvSpPr>
          <p:cNvPr id="5" name="Slide Number Placeholder 4"/>
          <p:cNvSpPr>
            <a:spLocks noGrp="1"/>
          </p:cNvSpPr>
          <p:nvPr>
            <p:ph type="sldNum" sz="quarter" idx="12"/>
          </p:nvPr>
        </p:nvSpPr>
        <p:spPr/>
        <p:txBody>
          <a:bodyPr/>
          <a:lstStyle/>
          <a:p>
            <a:pPr>
              <a:defRPr/>
            </a:pPr>
            <a:fld id="{A49D4BD8-D4FE-42AA-BB46-4721A8BA28EA}" type="slidenum">
              <a:rPr lang="en-US"/>
              <a:pPr>
                <a:defRPr/>
              </a:pPr>
              <a:t>3</a:t>
            </a:fld>
            <a:endParaRPr lang="en-US"/>
          </a:p>
        </p:txBody>
      </p:sp>
      <p:pic>
        <p:nvPicPr>
          <p:cNvPr id="7173" name="Picture 5" descr="database.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92800" y="1928813"/>
            <a:ext cx="3251200"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Explosión 1"/>
          <p:cNvSpPr/>
          <p:nvPr/>
        </p:nvSpPr>
        <p:spPr>
          <a:xfrm>
            <a:off x="8028384" y="5877272"/>
            <a:ext cx="504056" cy="57606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s-MX" dirty="0" smtClean="0"/>
              <a:t>Toma de decisiones mediante BD</a:t>
            </a:r>
            <a:endParaRPr lang="es-MX" dirty="0"/>
          </a:p>
        </p:txBody>
      </p:sp>
      <p:sp>
        <p:nvSpPr>
          <p:cNvPr id="8195" name="Content Placeholder 2"/>
          <p:cNvSpPr>
            <a:spLocks noGrp="1"/>
          </p:cNvSpPr>
          <p:nvPr>
            <p:ph idx="1"/>
          </p:nvPr>
        </p:nvSpPr>
        <p:spPr/>
        <p:txBody>
          <a:bodyPr/>
          <a:lstStyle/>
          <a:p>
            <a:pPr eaLnBrk="1" hangingPunct="1"/>
            <a:endParaRPr lang="es-MX" dirty="0" smtClean="0"/>
          </a:p>
          <a:p>
            <a:pPr eaLnBrk="1" hangingPunct="1"/>
            <a:endParaRPr lang="es-MX" dirty="0" smtClean="0"/>
          </a:p>
          <a:p>
            <a:pPr eaLnBrk="1" hangingPunct="1"/>
            <a:endParaRPr lang="es-MX" dirty="0" smtClean="0"/>
          </a:p>
          <a:p>
            <a:pPr eaLnBrk="1" hangingPunct="1"/>
            <a:endParaRPr lang="es-MX" dirty="0" smtClean="0"/>
          </a:p>
          <a:p>
            <a:pPr eaLnBrk="1" hangingPunct="1"/>
            <a:r>
              <a:rPr lang="es-MX" dirty="0" smtClean="0"/>
              <a:t>Para la entrada usamos </a:t>
            </a:r>
            <a:r>
              <a:rPr lang="es-MX" dirty="0" smtClean="0">
                <a:solidFill>
                  <a:srgbClr val="FF0000"/>
                </a:solidFill>
              </a:rPr>
              <a:t>Formas</a:t>
            </a:r>
            <a:r>
              <a:rPr lang="es-MX" dirty="0" smtClean="0"/>
              <a:t> guardadas en </a:t>
            </a:r>
            <a:r>
              <a:rPr lang="es-MX" dirty="0" smtClean="0">
                <a:solidFill>
                  <a:srgbClr val="FF0000"/>
                </a:solidFill>
              </a:rPr>
              <a:t>Tablas</a:t>
            </a:r>
          </a:p>
          <a:p>
            <a:pPr eaLnBrk="1" hangingPunct="1"/>
            <a:r>
              <a:rPr lang="es-MX" dirty="0" smtClean="0"/>
              <a:t>La información se procesa mediante </a:t>
            </a:r>
            <a:r>
              <a:rPr lang="es-MX" dirty="0" smtClean="0">
                <a:solidFill>
                  <a:srgbClr val="FF0000"/>
                </a:solidFill>
              </a:rPr>
              <a:t>Consultas</a:t>
            </a:r>
          </a:p>
          <a:p>
            <a:pPr eaLnBrk="1" hangingPunct="1"/>
            <a:r>
              <a:rPr lang="es-MX" dirty="0" smtClean="0"/>
              <a:t>La salida se imprime en </a:t>
            </a:r>
            <a:r>
              <a:rPr lang="es-MX" dirty="0" smtClean="0">
                <a:solidFill>
                  <a:srgbClr val="FF0000"/>
                </a:solidFill>
              </a:rPr>
              <a:t>Reportes</a:t>
            </a:r>
            <a:r>
              <a:rPr lang="es-MX" dirty="0" smtClean="0"/>
              <a:t> (</a:t>
            </a:r>
            <a:r>
              <a:rPr lang="es-MX" dirty="0" smtClean="0">
                <a:solidFill>
                  <a:srgbClr val="FF0000"/>
                </a:solidFill>
              </a:rPr>
              <a:t>Informes</a:t>
            </a:r>
            <a:r>
              <a:rPr lang="es-MX" dirty="0" smtClean="0"/>
              <a:t>) para apoyar la toma de decisiones.</a:t>
            </a:r>
          </a:p>
          <a:p>
            <a:pPr eaLnBrk="1" hangingPunct="1"/>
            <a:endParaRPr lang="es-MX" dirty="0" smtClean="0"/>
          </a:p>
        </p:txBody>
      </p:sp>
      <p:sp>
        <p:nvSpPr>
          <p:cNvPr id="4" name="AutoShape 8"/>
          <p:cNvSpPr>
            <a:spLocks noChangeArrowheads="1"/>
          </p:cNvSpPr>
          <p:nvPr/>
        </p:nvSpPr>
        <p:spPr bwMode="auto">
          <a:xfrm>
            <a:off x="762000" y="2590800"/>
            <a:ext cx="2306638" cy="990600"/>
          </a:xfrm>
          <a:prstGeom prst="flowChartProcess">
            <a:avLst/>
          </a:prstGeom>
          <a:solidFill>
            <a:schemeClr val="bg2">
              <a:lumMod val="75000"/>
            </a:schemeClr>
          </a:solidFill>
          <a:ln w="9525">
            <a:solidFill>
              <a:srgbClr val="000000"/>
            </a:solidFill>
            <a:miter lim="800000"/>
            <a:headEnd/>
            <a:tailEnd/>
          </a:ln>
        </p:spPr>
        <p:txBody>
          <a:bodyPr/>
          <a:lstStyle/>
          <a:p>
            <a:pPr algn="ctr" fontAlgn="auto">
              <a:spcBef>
                <a:spcPts val="0"/>
              </a:spcBef>
              <a:spcAft>
                <a:spcPts val="0"/>
              </a:spcAft>
              <a:defRPr/>
            </a:pPr>
            <a:r>
              <a:rPr lang="en-US" sz="2800" dirty="0" err="1">
                <a:latin typeface="Calibri" pitchFamily="34" charset="0"/>
                <a:cs typeface="Times New Roman" pitchFamily="18" charset="0"/>
              </a:rPr>
              <a:t>Entrada</a:t>
            </a:r>
            <a:endParaRPr lang="en-US" sz="2800" dirty="0">
              <a:latin typeface="+mn-lt"/>
              <a:cs typeface="+mn-cs"/>
            </a:endParaRPr>
          </a:p>
          <a:p>
            <a:pPr algn="ctr" fontAlgn="auto">
              <a:spcBef>
                <a:spcPts val="0"/>
              </a:spcBef>
              <a:spcAft>
                <a:spcPts val="0"/>
              </a:spcAft>
              <a:defRPr/>
            </a:pPr>
            <a:r>
              <a:rPr lang="en-US" sz="2800" dirty="0">
                <a:latin typeface="Calibri" pitchFamily="34" charset="0"/>
                <a:cs typeface="Times New Roman" pitchFamily="18" charset="0"/>
              </a:rPr>
              <a:t>(</a:t>
            </a:r>
            <a:r>
              <a:rPr lang="en-US" sz="2800" dirty="0" err="1">
                <a:latin typeface="Calibri" pitchFamily="34" charset="0"/>
                <a:cs typeface="Times New Roman" pitchFamily="18" charset="0"/>
              </a:rPr>
              <a:t>Datos</a:t>
            </a:r>
            <a:r>
              <a:rPr lang="en-US" sz="2800" dirty="0">
                <a:latin typeface="Calibri" pitchFamily="34" charset="0"/>
                <a:cs typeface="Times New Roman" pitchFamily="18" charset="0"/>
              </a:rPr>
              <a:t>)</a:t>
            </a:r>
            <a:endParaRPr lang="en-US" sz="2800" dirty="0">
              <a:latin typeface="+mn-lt"/>
              <a:cs typeface="+mn-cs"/>
            </a:endParaRPr>
          </a:p>
        </p:txBody>
      </p:sp>
      <p:sp>
        <p:nvSpPr>
          <p:cNvPr id="5" name="AutoShape 7"/>
          <p:cNvSpPr>
            <a:spLocks noChangeArrowheads="1"/>
          </p:cNvSpPr>
          <p:nvPr/>
        </p:nvSpPr>
        <p:spPr bwMode="auto">
          <a:xfrm>
            <a:off x="3522663" y="2590800"/>
            <a:ext cx="2306637" cy="990600"/>
          </a:xfrm>
          <a:prstGeom prst="flowChartProcess">
            <a:avLst/>
          </a:prstGeom>
          <a:solidFill>
            <a:schemeClr val="accent4">
              <a:lumMod val="60000"/>
              <a:lumOff val="40000"/>
            </a:schemeClr>
          </a:solidFill>
          <a:ln w="9525">
            <a:solidFill>
              <a:srgbClr val="000000"/>
            </a:solidFill>
            <a:miter lim="800000"/>
            <a:headEnd/>
            <a:tailEnd/>
          </a:ln>
        </p:spPr>
        <p:txBody>
          <a:bodyPr anchor="ctr"/>
          <a:lstStyle/>
          <a:p>
            <a:pPr algn="ctr" fontAlgn="auto">
              <a:spcBef>
                <a:spcPts val="1200"/>
              </a:spcBef>
              <a:spcAft>
                <a:spcPts val="0"/>
              </a:spcAft>
              <a:defRPr/>
            </a:pPr>
            <a:r>
              <a:rPr lang="en-US" sz="2800" dirty="0" err="1">
                <a:latin typeface="Calibri" pitchFamily="34" charset="0"/>
                <a:cs typeface="Times New Roman" pitchFamily="18" charset="0"/>
              </a:rPr>
              <a:t>Proceso</a:t>
            </a:r>
            <a:endParaRPr lang="en-US" dirty="0">
              <a:latin typeface="+mn-lt"/>
              <a:cs typeface="+mn-cs"/>
            </a:endParaRPr>
          </a:p>
        </p:txBody>
      </p:sp>
      <p:sp>
        <p:nvSpPr>
          <p:cNvPr id="8198" name="AutoShape 6"/>
          <p:cNvSpPr>
            <a:spLocks noChangeArrowheads="1"/>
          </p:cNvSpPr>
          <p:nvPr/>
        </p:nvSpPr>
        <p:spPr bwMode="auto">
          <a:xfrm>
            <a:off x="6303963" y="2590800"/>
            <a:ext cx="2306637" cy="990600"/>
          </a:xfrm>
          <a:prstGeom prst="flowChartProcess">
            <a:avLst/>
          </a:prstGeom>
          <a:solidFill>
            <a:srgbClr val="FFC000"/>
          </a:solidFill>
          <a:ln w="9525">
            <a:solidFill>
              <a:srgbClr val="000000"/>
            </a:solidFill>
            <a:miter lim="800000"/>
            <a:headEnd/>
            <a:tailEnd/>
          </a:ln>
        </p:spPr>
        <p:txBody>
          <a:bodyPr/>
          <a:lstStyle/>
          <a:p>
            <a:pPr algn="ctr"/>
            <a:r>
              <a:rPr lang="en-US" sz="2800">
                <a:latin typeface="Calibri" pitchFamily="34" charset="0"/>
                <a:cs typeface="Times New Roman" pitchFamily="18" charset="0"/>
              </a:rPr>
              <a:t>Salida</a:t>
            </a:r>
            <a:endParaRPr lang="en-US" sz="2800"/>
          </a:p>
          <a:p>
            <a:pPr algn="ctr"/>
            <a:r>
              <a:rPr lang="en-US" sz="2800">
                <a:latin typeface="Calibri" pitchFamily="34" charset="0"/>
                <a:cs typeface="Times New Roman" pitchFamily="18" charset="0"/>
              </a:rPr>
              <a:t>(Información)</a:t>
            </a:r>
            <a:endParaRPr lang="en-US" sz="2800"/>
          </a:p>
          <a:p>
            <a:endParaRPr lang="en-US"/>
          </a:p>
        </p:txBody>
      </p:sp>
      <p:sp>
        <p:nvSpPr>
          <p:cNvPr id="8199" name="Right Arrow 8"/>
          <p:cNvSpPr>
            <a:spLocks noChangeArrowheads="1"/>
          </p:cNvSpPr>
          <p:nvPr/>
        </p:nvSpPr>
        <p:spPr bwMode="auto">
          <a:xfrm>
            <a:off x="3124200" y="2819400"/>
            <a:ext cx="381000" cy="484188"/>
          </a:xfrm>
          <a:prstGeom prst="rightArrow">
            <a:avLst>
              <a:gd name="adj1" fmla="val 50000"/>
              <a:gd name="adj2" fmla="val 50000"/>
            </a:avLst>
          </a:prstGeom>
          <a:solidFill>
            <a:schemeClr val="tx1"/>
          </a:solidFill>
          <a:ln w="9525" algn="ctr">
            <a:solidFill>
              <a:schemeClr val="tx1"/>
            </a:solidFill>
            <a:round/>
            <a:headEnd/>
            <a:tailEnd/>
          </a:ln>
        </p:spPr>
        <p:txBody>
          <a:bodyPr/>
          <a:lstStyle/>
          <a:p>
            <a:endParaRPr lang="es-MX"/>
          </a:p>
        </p:txBody>
      </p:sp>
      <p:sp>
        <p:nvSpPr>
          <p:cNvPr id="8200" name="Right Arrow 9"/>
          <p:cNvSpPr>
            <a:spLocks noChangeArrowheads="1"/>
          </p:cNvSpPr>
          <p:nvPr/>
        </p:nvSpPr>
        <p:spPr bwMode="auto">
          <a:xfrm>
            <a:off x="5867400" y="2819400"/>
            <a:ext cx="381000" cy="484188"/>
          </a:xfrm>
          <a:prstGeom prst="rightArrow">
            <a:avLst>
              <a:gd name="adj1" fmla="val 50000"/>
              <a:gd name="adj2" fmla="val 50000"/>
            </a:avLst>
          </a:prstGeom>
          <a:solidFill>
            <a:schemeClr val="tx1"/>
          </a:solidFill>
          <a:ln w="9525" algn="ctr">
            <a:solidFill>
              <a:schemeClr val="tx1"/>
            </a:solidFill>
            <a:round/>
            <a:headEnd/>
            <a:tailEnd/>
          </a:ln>
        </p:spPr>
        <p:txBody>
          <a:bodyPr/>
          <a:lstStyle/>
          <a:p>
            <a:endParaRPr lang="es-MX"/>
          </a:p>
        </p:txBody>
      </p:sp>
      <p:sp>
        <p:nvSpPr>
          <p:cNvPr id="9" name="8 Explosión 1"/>
          <p:cNvSpPr/>
          <p:nvPr/>
        </p:nvSpPr>
        <p:spPr>
          <a:xfrm>
            <a:off x="8028384" y="5877272"/>
            <a:ext cx="504056" cy="57606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704850"/>
            <a:ext cx="8229600" cy="707926"/>
          </a:xfrm>
        </p:spPr>
        <p:txBody>
          <a:bodyPr/>
          <a:lstStyle/>
          <a:p>
            <a:pPr eaLnBrk="1" hangingPunct="1"/>
            <a:r>
              <a:rPr lang="es-MX" sz="4000" dirty="0" smtClean="0"/>
              <a:t>¿Qué es </a:t>
            </a:r>
            <a:r>
              <a:rPr lang="es-MX" sz="4000" dirty="0" smtClean="0"/>
              <a:t>un Gestor de Bases de Datos?</a:t>
            </a:r>
            <a:endParaRPr lang="es-MX" sz="4000" dirty="0" smtClean="0"/>
          </a:p>
        </p:txBody>
      </p:sp>
      <p:sp>
        <p:nvSpPr>
          <p:cNvPr id="3" name="Content Placeholder 2"/>
          <p:cNvSpPr>
            <a:spLocks noGrp="1"/>
          </p:cNvSpPr>
          <p:nvPr>
            <p:ph idx="1"/>
          </p:nvPr>
        </p:nvSpPr>
        <p:spPr/>
        <p:txBody>
          <a:bodyPr>
            <a:normAutofit/>
          </a:bodyPr>
          <a:lstStyle/>
          <a:p>
            <a:pPr marL="780276" indent="-585207" eaLnBrk="1" fontAlgn="auto" hangingPunct="1">
              <a:spcAft>
                <a:spcPts val="0"/>
              </a:spcAft>
              <a:buClr>
                <a:schemeClr val="tx1">
                  <a:shade val="95000"/>
                </a:schemeClr>
              </a:buClr>
              <a:buFont typeface="Wingdings 2"/>
              <a:buNone/>
              <a:defRPr/>
            </a:pPr>
            <a:r>
              <a:rPr lang="en-US" sz="3200" dirty="0" smtClean="0"/>
              <a:t>Es </a:t>
            </a:r>
            <a:r>
              <a:rPr lang="en-US" sz="3200" dirty="0" err="1" smtClean="0"/>
              <a:t>una</a:t>
            </a:r>
            <a:r>
              <a:rPr lang="en-US" sz="3200" dirty="0" smtClean="0"/>
              <a:t> </a:t>
            </a:r>
            <a:r>
              <a:rPr lang="en-US" sz="3200" dirty="0" err="1" smtClean="0"/>
              <a:t>aplicación</a:t>
            </a:r>
            <a:r>
              <a:rPr lang="en-US" sz="3200" dirty="0" smtClean="0"/>
              <a:t> </a:t>
            </a:r>
            <a:r>
              <a:rPr lang="en-US" sz="3200" dirty="0" err="1" smtClean="0"/>
              <a:t>que</a:t>
            </a:r>
            <a:r>
              <a:rPr lang="en-US" sz="3200" dirty="0" smtClean="0"/>
              <a:t> </a:t>
            </a:r>
            <a:r>
              <a:rPr lang="en-US" sz="3200" dirty="0" err="1" smtClean="0"/>
              <a:t>permite</a:t>
            </a:r>
            <a:r>
              <a:rPr lang="en-US" sz="3200" dirty="0" smtClean="0"/>
              <a:t> a los </a:t>
            </a:r>
            <a:r>
              <a:rPr lang="en-US" sz="3200" dirty="0" err="1" smtClean="0"/>
              <a:t>usuarios</a:t>
            </a:r>
            <a:r>
              <a:rPr lang="en-US" sz="3200" dirty="0" smtClean="0"/>
              <a:t>:</a:t>
            </a:r>
          </a:p>
          <a:p>
            <a:pPr marL="1235437" lvl="1" indent="-403143" eaLnBrk="1" fontAlgn="auto" hangingPunct="1">
              <a:spcAft>
                <a:spcPts val="0"/>
              </a:spcAft>
              <a:buFont typeface="Wingdings 2"/>
              <a:buChar char=""/>
              <a:defRPr/>
            </a:pPr>
            <a:r>
              <a:rPr lang="en-US" sz="3200" dirty="0" err="1" smtClean="0"/>
              <a:t>Definir</a:t>
            </a:r>
            <a:endParaRPr lang="en-US" sz="3200" dirty="0" smtClean="0"/>
          </a:p>
          <a:p>
            <a:pPr marL="1235437" lvl="1" indent="-403143" eaLnBrk="1" fontAlgn="auto" hangingPunct="1">
              <a:spcAft>
                <a:spcPts val="0"/>
              </a:spcAft>
              <a:buFont typeface="Wingdings 2"/>
              <a:buChar char=""/>
              <a:defRPr/>
            </a:pPr>
            <a:r>
              <a:rPr lang="en-US" sz="3200" dirty="0" err="1" smtClean="0"/>
              <a:t>Crear</a:t>
            </a:r>
            <a:endParaRPr lang="en-US" sz="3200" dirty="0" smtClean="0"/>
          </a:p>
          <a:p>
            <a:pPr marL="1235437" lvl="1" indent="-403143" eaLnBrk="1" fontAlgn="auto" hangingPunct="1">
              <a:spcAft>
                <a:spcPts val="0"/>
              </a:spcAft>
              <a:buFont typeface="Wingdings 2"/>
              <a:buChar char=""/>
              <a:defRPr/>
            </a:pPr>
            <a:r>
              <a:rPr lang="en-US" sz="3200" dirty="0" err="1" smtClean="0"/>
              <a:t>Mantener</a:t>
            </a:r>
            <a:r>
              <a:rPr lang="en-US" sz="3200" dirty="0" smtClean="0"/>
              <a:t> la BD</a:t>
            </a:r>
          </a:p>
          <a:p>
            <a:pPr marL="1235437" lvl="1" indent="-403143" eaLnBrk="1" fontAlgn="auto" hangingPunct="1">
              <a:spcAft>
                <a:spcPts val="0"/>
              </a:spcAft>
              <a:buFont typeface="Wingdings 2"/>
              <a:buChar char=""/>
              <a:defRPr/>
            </a:pPr>
            <a:r>
              <a:rPr lang="en-US" sz="3200" dirty="0" err="1" smtClean="0"/>
              <a:t>Proporcionar</a:t>
            </a:r>
            <a:r>
              <a:rPr lang="en-US" sz="3200" dirty="0" smtClean="0"/>
              <a:t> un </a:t>
            </a:r>
            <a:r>
              <a:rPr lang="en-US" sz="3200" dirty="0" err="1" smtClean="0"/>
              <a:t>acceso</a:t>
            </a:r>
            <a:r>
              <a:rPr lang="en-US" sz="3200" dirty="0" smtClean="0"/>
              <a:t> </a:t>
            </a:r>
            <a:r>
              <a:rPr lang="en-US" sz="3200" dirty="0" err="1" smtClean="0"/>
              <a:t>controlado</a:t>
            </a:r>
            <a:r>
              <a:rPr lang="en-US" sz="3200" dirty="0" smtClean="0"/>
              <a:t> a la </a:t>
            </a:r>
            <a:r>
              <a:rPr lang="en-US" sz="3200" dirty="0" err="1" smtClean="0"/>
              <a:t>misma</a:t>
            </a:r>
            <a:r>
              <a:rPr lang="en-US" sz="3200" dirty="0" smtClean="0"/>
              <a:t>.</a:t>
            </a:r>
          </a:p>
          <a:p>
            <a:pPr marL="274320" indent="-274320" eaLnBrk="1" fontAlgn="auto" hangingPunct="1">
              <a:spcAft>
                <a:spcPts val="0"/>
              </a:spcAft>
              <a:buClr>
                <a:schemeClr val="accent3"/>
              </a:buClr>
              <a:buFont typeface="Wingdings 2"/>
              <a:buChar char=""/>
              <a:defRPr/>
            </a:pPr>
            <a:endParaRPr lang="es-MX" dirty="0"/>
          </a:p>
        </p:txBody>
      </p:sp>
      <p:sp>
        <p:nvSpPr>
          <p:cNvPr id="4" name="3 Explosión 1"/>
          <p:cNvSpPr/>
          <p:nvPr/>
        </p:nvSpPr>
        <p:spPr>
          <a:xfrm>
            <a:off x="8028384" y="5877272"/>
            <a:ext cx="504056" cy="57606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428625" y="500063"/>
            <a:ext cx="8229600" cy="1143000"/>
          </a:xfrm>
        </p:spPr>
        <p:txBody>
          <a:bodyPr/>
          <a:lstStyle/>
          <a:p>
            <a:pPr eaLnBrk="1" hangingPunct="1"/>
            <a:r>
              <a:rPr lang="es-MX" sz="3600" dirty="0" err="1" smtClean="0"/>
              <a:t>SqlYog</a:t>
            </a:r>
            <a:r>
              <a:rPr lang="es-MX" sz="3600" dirty="0" smtClean="0"/>
              <a:t> </a:t>
            </a:r>
            <a:r>
              <a:rPr lang="en-US" sz="3600" dirty="0" err="1" smtClean="0"/>
              <a:t>proporciona</a:t>
            </a:r>
            <a:r>
              <a:rPr lang="en-US" sz="3600" dirty="0" smtClean="0"/>
              <a:t> </a:t>
            </a:r>
            <a:r>
              <a:rPr lang="en-US" sz="3600" dirty="0" smtClean="0"/>
              <a:t>los </a:t>
            </a:r>
            <a:r>
              <a:rPr lang="en-US" sz="3600" dirty="0" err="1" smtClean="0"/>
              <a:t>siguientes</a:t>
            </a:r>
            <a:r>
              <a:rPr lang="en-US" sz="3600" dirty="0" smtClean="0"/>
              <a:t> </a:t>
            </a:r>
            <a:r>
              <a:rPr lang="en-US" sz="3600" dirty="0" err="1" smtClean="0"/>
              <a:t>servicios</a:t>
            </a:r>
            <a:endParaRPr lang="es-MX" sz="3600" dirty="0" smtClean="0"/>
          </a:p>
        </p:txBody>
      </p:sp>
      <p:sp>
        <p:nvSpPr>
          <p:cNvPr id="12291" name="Content Placeholder 2"/>
          <p:cNvSpPr>
            <a:spLocks noGrp="1"/>
          </p:cNvSpPr>
          <p:nvPr>
            <p:ph idx="1"/>
          </p:nvPr>
        </p:nvSpPr>
        <p:spPr>
          <a:xfrm>
            <a:off x="428625" y="1714500"/>
            <a:ext cx="8429625" cy="4389438"/>
          </a:xfrm>
        </p:spPr>
        <p:txBody>
          <a:bodyPr/>
          <a:lstStyle/>
          <a:p>
            <a:pPr eaLnBrk="1" hangingPunct="1"/>
            <a:r>
              <a:rPr lang="es-MX" sz="3200" dirty="0" smtClean="0"/>
              <a:t>Creación y definición de la base de datos.</a:t>
            </a:r>
          </a:p>
          <a:p>
            <a:pPr eaLnBrk="1" hangingPunct="1"/>
            <a:r>
              <a:rPr lang="es-MX" sz="3200" dirty="0" smtClean="0"/>
              <a:t>Manipulación de los datos.</a:t>
            </a:r>
          </a:p>
          <a:p>
            <a:pPr eaLnBrk="1" hangingPunct="1"/>
            <a:r>
              <a:rPr lang="es-MX" sz="3200" dirty="0" smtClean="0"/>
              <a:t>Acceso controlado a los datos mediante mecanismos de seguridad</a:t>
            </a:r>
          </a:p>
          <a:p>
            <a:pPr eaLnBrk="1" hangingPunct="1"/>
            <a:r>
              <a:rPr lang="es-MX" sz="3200" dirty="0" smtClean="0"/>
              <a:t>Mantener integridad y consistencia de los datos.</a:t>
            </a:r>
          </a:p>
          <a:p>
            <a:pPr eaLnBrk="1" hangingPunct="1"/>
            <a:r>
              <a:rPr lang="es-MX" sz="3200" dirty="0" smtClean="0"/>
              <a:t>Acceso compartido a la base de datos</a:t>
            </a:r>
          </a:p>
          <a:p>
            <a:pPr eaLnBrk="1" hangingPunct="1"/>
            <a:r>
              <a:rPr lang="es-MX" sz="2800" dirty="0" smtClean="0"/>
              <a:t>Mecanismos de copias de respaldo y recuperación</a:t>
            </a:r>
          </a:p>
        </p:txBody>
      </p:sp>
      <p:sp>
        <p:nvSpPr>
          <p:cNvPr id="4" name="3 Explosión 1"/>
          <p:cNvSpPr/>
          <p:nvPr/>
        </p:nvSpPr>
        <p:spPr>
          <a:xfrm>
            <a:off x="8280412" y="6021288"/>
            <a:ext cx="504056" cy="57606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sz="5400" dirty="0" err="1" smtClean="0"/>
              <a:t>Datos</a:t>
            </a:r>
            <a:r>
              <a:rPr lang="en-US" sz="5400" dirty="0" smtClean="0"/>
              <a:t>  </a:t>
            </a:r>
            <a:r>
              <a:rPr lang="en-US" sz="5400" dirty="0" err="1" smtClean="0"/>
              <a:t>vs</a:t>
            </a:r>
            <a:r>
              <a:rPr lang="en-US" sz="5400" dirty="0" smtClean="0"/>
              <a:t>  </a:t>
            </a:r>
            <a:r>
              <a:rPr lang="en-US" sz="5400" dirty="0" err="1" smtClean="0"/>
              <a:t>Información</a:t>
            </a:r>
            <a:endParaRPr lang="es-MX" dirty="0" smtClean="0"/>
          </a:p>
        </p:txBody>
      </p:sp>
      <p:sp>
        <p:nvSpPr>
          <p:cNvPr id="13315" name="Content Placeholder 2"/>
          <p:cNvSpPr>
            <a:spLocks noGrp="1"/>
          </p:cNvSpPr>
          <p:nvPr>
            <p:ph idx="1"/>
          </p:nvPr>
        </p:nvSpPr>
        <p:spPr/>
        <p:txBody>
          <a:bodyPr/>
          <a:lstStyle/>
          <a:p>
            <a:pPr eaLnBrk="1" hangingPunct="1"/>
            <a:r>
              <a:rPr lang="es-MX" b="1" dirty="0" smtClean="0">
                <a:solidFill>
                  <a:srgbClr val="FF0000"/>
                </a:solidFill>
              </a:rPr>
              <a:t>Datos</a:t>
            </a:r>
            <a:r>
              <a:rPr lang="es-MX" dirty="0" smtClean="0"/>
              <a:t> - una colección de hechos, compuesta usualmente  de texto, números y fechas.</a:t>
            </a:r>
          </a:p>
          <a:p>
            <a:pPr eaLnBrk="1" hangingPunct="1"/>
            <a:r>
              <a:rPr lang="es-MX" dirty="0" smtClean="0"/>
              <a:t>Ejemplo:  </a:t>
            </a:r>
            <a:r>
              <a:rPr lang="es-MX" dirty="0" smtClean="0">
                <a:solidFill>
                  <a:srgbClr val="0070C0"/>
                </a:solidFill>
              </a:rPr>
              <a:t>Juan Pérez     $10,000         1 de Oct de 2009  </a:t>
            </a:r>
          </a:p>
          <a:p>
            <a:pPr eaLnBrk="1" hangingPunct="1">
              <a:spcBef>
                <a:spcPts val="2400"/>
              </a:spcBef>
            </a:pPr>
            <a:r>
              <a:rPr lang="es-MX" b="1" dirty="0" smtClean="0">
                <a:solidFill>
                  <a:srgbClr val="FF0000"/>
                </a:solidFill>
              </a:rPr>
              <a:t>Información</a:t>
            </a:r>
            <a:r>
              <a:rPr lang="es-MX" dirty="0" smtClean="0"/>
              <a:t> – Es la forma en que se interpretan los datos y les dan significado.</a:t>
            </a:r>
          </a:p>
          <a:p>
            <a:pPr eaLnBrk="1" hangingPunct="1">
              <a:spcBef>
                <a:spcPts val="2400"/>
              </a:spcBef>
            </a:pPr>
            <a:r>
              <a:rPr lang="es-MX" dirty="0" smtClean="0"/>
              <a:t>Ejemplo: </a:t>
            </a:r>
            <a:r>
              <a:rPr lang="es-MX" dirty="0" smtClean="0">
                <a:solidFill>
                  <a:srgbClr val="0070C0"/>
                </a:solidFill>
              </a:rPr>
              <a:t>Juan Pérez </a:t>
            </a:r>
            <a:r>
              <a:rPr lang="es-MX" dirty="0" smtClean="0"/>
              <a:t>pagó </a:t>
            </a:r>
            <a:r>
              <a:rPr lang="es-MX" dirty="0" smtClean="0">
                <a:solidFill>
                  <a:srgbClr val="0070C0"/>
                </a:solidFill>
              </a:rPr>
              <a:t>$10,000 </a:t>
            </a:r>
            <a:r>
              <a:rPr lang="es-MX" dirty="0" smtClean="0"/>
              <a:t>el día  </a:t>
            </a:r>
            <a:r>
              <a:rPr lang="es-MX" dirty="0" smtClean="0">
                <a:solidFill>
                  <a:srgbClr val="0070C0"/>
                </a:solidFill>
              </a:rPr>
              <a:t>1 de Oct de 2009 </a:t>
            </a:r>
            <a:endParaRPr lang="es-MX" dirty="0" smtClean="0"/>
          </a:p>
        </p:txBody>
      </p:sp>
      <p:sp>
        <p:nvSpPr>
          <p:cNvPr id="4" name="3 Explosión 1"/>
          <p:cNvSpPr/>
          <p:nvPr/>
        </p:nvSpPr>
        <p:spPr>
          <a:xfrm>
            <a:off x="8028384" y="5877272"/>
            <a:ext cx="504056" cy="57606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500063" y="714375"/>
            <a:ext cx="8229600" cy="1143000"/>
          </a:xfrm>
        </p:spPr>
        <p:txBody>
          <a:bodyPr/>
          <a:lstStyle/>
          <a:p>
            <a:pPr eaLnBrk="1" hangingPunct="1"/>
            <a:r>
              <a:rPr lang="es-MX" dirty="0" smtClean="0"/>
              <a:t>Conceptos básicos</a:t>
            </a:r>
          </a:p>
        </p:txBody>
      </p:sp>
      <p:sp>
        <p:nvSpPr>
          <p:cNvPr id="14339" name="Content Placeholder 2"/>
          <p:cNvSpPr>
            <a:spLocks noGrp="1"/>
          </p:cNvSpPr>
          <p:nvPr>
            <p:ph idx="1"/>
          </p:nvPr>
        </p:nvSpPr>
        <p:spPr>
          <a:xfrm>
            <a:off x="457200" y="1935163"/>
            <a:ext cx="4757738" cy="4389437"/>
          </a:xfrm>
        </p:spPr>
        <p:txBody>
          <a:bodyPr/>
          <a:lstStyle/>
          <a:p>
            <a:pPr eaLnBrk="1" hangingPunct="1"/>
            <a:r>
              <a:rPr lang="es-MX" dirty="0" smtClean="0"/>
              <a:t>TABLA  una colección de registros relacionados</a:t>
            </a:r>
          </a:p>
          <a:p>
            <a:pPr eaLnBrk="1" hangingPunct="1"/>
            <a:endParaRPr lang="es-MX" dirty="0" smtClean="0"/>
          </a:p>
          <a:p>
            <a:pPr eaLnBrk="1" hangingPunct="1"/>
            <a:r>
              <a:rPr lang="es-MX" dirty="0" smtClean="0"/>
              <a:t>REGISTRO una colección de datos referentes a un tema. (un renglón de la tabla)</a:t>
            </a:r>
          </a:p>
          <a:p>
            <a:pPr eaLnBrk="1" hangingPunct="1"/>
            <a:endParaRPr lang="es-MX" dirty="0" smtClean="0"/>
          </a:p>
          <a:p>
            <a:pPr eaLnBrk="1" hangingPunct="1"/>
            <a:r>
              <a:rPr lang="es-MX" dirty="0" smtClean="0"/>
              <a:t>CAMPO  es la </a:t>
            </a:r>
            <a:r>
              <a:rPr lang="es-ES" dirty="0" smtClean="0"/>
              <a:t>unidad básica </a:t>
            </a:r>
            <a:r>
              <a:rPr lang="es-MX" dirty="0" smtClean="0"/>
              <a:t>de información(una columna de la tabla)</a:t>
            </a:r>
          </a:p>
        </p:txBody>
      </p:sp>
      <p:grpSp>
        <p:nvGrpSpPr>
          <p:cNvPr id="14340" name="Group 1028"/>
          <p:cNvGrpSpPr>
            <a:grpSpLocks/>
          </p:cNvGrpSpPr>
          <p:nvPr/>
        </p:nvGrpSpPr>
        <p:grpSpPr bwMode="auto">
          <a:xfrm>
            <a:off x="5334000" y="1308100"/>
            <a:ext cx="3124200" cy="1447800"/>
            <a:chOff x="3072" y="912"/>
            <a:chExt cx="1968" cy="912"/>
          </a:xfrm>
        </p:grpSpPr>
        <p:sp>
          <p:nvSpPr>
            <p:cNvPr id="14348" name="Rectangle 1029"/>
            <p:cNvSpPr>
              <a:spLocks noChangeArrowheads="1"/>
            </p:cNvSpPr>
            <p:nvPr/>
          </p:nvSpPr>
          <p:spPr bwMode="auto">
            <a:xfrm>
              <a:off x="3072" y="912"/>
              <a:ext cx="1824" cy="720"/>
            </a:xfrm>
            <a:prstGeom prst="rect">
              <a:avLst/>
            </a:prstGeom>
            <a:solidFill>
              <a:schemeClr val="bg2"/>
            </a:solidFill>
            <a:ln w="12700">
              <a:solidFill>
                <a:schemeClr val="tx1"/>
              </a:solidFill>
              <a:miter lim="800000"/>
              <a:headEnd/>
              <a:tailEnd/>
            </a:ln>
          </p:spPr>
          <p:txBody>
            <a:bodyPr wrap="none" anchor="ctr"/>
            <a:lstStyle/>
            <a:p>
              <a:endParaRPr lang="es-MX"/>
            </a:p>
          </p:txBody>
        </p:sp>
        <p:sp>
          <p:nvSpPr>
            <p:cNvPr id="14349" name="Rectangle 1030"/>
            <p:cNvSpPr>
              <a:spLocks noChangeArrowheads="1"/>
            </p:cNvSpPr>
            <p:nvPr/>
          </p:nvSpPr>
          <p:spPr bwMode="auto">
            <a:xfrm>
              <a:off x="3120" y="1008"/>
              <a:ext cx="1824" cy="720"/>
            </a:xfrm>
            <a:prstGeom prst="rect">
              <a:avLst/>
            </a:prstGeom>
            <a:solidFill>
              <a:schemeClr val="bg2"/>
            </a:solidFill>
            <a:ln w="12700">
              <a:solidFill>
                <a:schemeClr val="tx1"/>
              </a:solidFill>
              <a:miter lim="800000"/>
              <a:headEnd/>
              <a:tailEnd/>
            </a:ln>
          </p:spPr>
          <p:txBody>
            <a:bodyPr wrap="none" anchor="ctr"/>
            <a:lstStyle/>
            <a:p>
              <a:endParaRPr lang="es-MX"/>
            </a:p>
          </p:txBody>
        </p:sp>
        <p:sp>
          <p:nvSpPr>
            <p:cNvPr id="14350" name="Rectangle 1031"/>
            <p:cNvSpPr>
              <a:spLocks noChangeArrowheads="1"/>
            </p:cNvSpPr>
            <p:nvPr/>
          </p:nvSpPr>
          <p:spPr bwMode="auto">
            <a:xfrm>
              <a:off x="3216" y="1104"/>
              <a:ext cx="1824" cy="720"/>
            </a:xfrm>
            <a:prstGeom prst="rect">
              <a:avLst/>
            </a:prstGeom>
            <a:solidFill>
              <a:schemeClr val="bg2"/>
            </a:solidFill>
            <a:ln w="12700">
              <a:solidFill>
                <a:schemeClr val="tx1"/>
              </a:solidFill>
              <a:miter lim="800000"/>
              <a:headEnd/>
              <a:tailEnd/>
            </a:ln>
          </p:spPr>
          <p:txBody>
            <a:bodyPr wrap="none" anchor="ctr"/>
            <a:lstStyle/>
            <a:p>
              <a:endParaRPr lang="es-MX"/>
            </a:p>
          </p:txBody>
        </p:sp>
      </p:grpSp>
      <p:sp>
        <p:nvSpPr>
          <p:cNvPr id="10" name="Text Box 1034"/>
          <p:cNvSpPr txBox="1">
            <a:spLocks noChangeArrowheads="1"/>
          </p:cNvSpPr>
          <p:nvPr/>
        </p:nvSpPr>
        <p:spPr bwMode="auto">
          <a:xfrm>
            <a:off x="5867400" y="5283200"/>
            <a:ext cx="1062038" cy="369888"/>
          </a:xfrm>
          <a:prstGeom prst="rect">
            <a:avLst/>
          </a:prstGeom>
          <a:solidFill>
            <a:srgbClr val="00B0F0"/>
          </a:solidFill>
          <a:ln w="12700">
            <a:solidFill>
              <a:schemeClr val="tx1"/>
            </a:solidFill>
            <a:miter lim="800000"/>
            <a:headEnd/>
            <a:tailEnd/>
          </a:ln>
        </p:spPr>
        <p:txBody>
          <a:bodyPr>
            <a:spAutoFit/>
          </a:bodyPr>
          <a:lstStyle>
            <a:lvl1pPr eaLnBrk="0" hangingPunct="0">
              <a:defRPr>
                <a:solidFill>
                  <a:schemeClr val="tx1"/>
                </a:solidFill>
                <a:latin typeface="Constantia" pitchFamily="18" charset="0"/>
                <a:cs typeface="Arial" pitchFamily="34" charset="0"/>
              </a:defRPr>
            </a:lvl1pPr>
            <a:lvl2pPr marL="742950" indent="-285750" eaLnBrk="0" hangingPunct="0">
              <a:defRPr>
                <a:solidFill>
                  <a:schemeClr val="tx1"/>
                </a:solidFill>
                <a:latin typeface="Constantia" pitchFamily="18" charset="0"/>
                <a:cs typeface="Arial" pitchFamily="34" charset="0"/>
              </a:defRPr>
            </a:lvl2pPr>
            <a:lvl3pPr marL="1143000" indent="-228600" eaLnBrk="0" hangingPunct="0">
              <a:defRPr>
                <a:solidFill>
                  <a:schemeClr val="tx1"/>
                </a:solidFill>
                <a:latin typeface="Constantia" pitchFamily="18" charset="0"/>
                <a:cs typeface="Arial" pitchFamily="34" charset="0"/>
              </a:defRPr>
            </a:lvl3pPr>
            <a:lvl4pPr marL="1600200" indent="-228600" eaLnBrk="0" hangingPunct="0">
              <a:defRPr>
                <a:solidFill>
                  <a:schemeClr val="tx1"/>
                </a:solidFill>
                <a:latin typeface="Constantia" pitchFamily="18" charset="0"/>
                <a:cs typeface="Arial" pitchFamily="34" charset="0"/>
              </a:defRPr>
            </a:lvl4pPr>
            <a:lvl5pPr marL="2057400" indent="-228600" eaLnBrk="0" hangingPunct="0">
              <a:defRPr>
                <a:solidFill>
                  <a:schemeClr val="tx1"/>
                </a:solidFill>
                <a:latin typeface="Constantia" pitchFamily="18" charset="0"/>
                <a:cs typeface="Arial" pitchFamily="34" charset="0"/>
              </a:defRPr>
            </a:lvl5pPr>
            <a:lvl6pPr marL="2514600" indent="-228600" eaLnBrk="0" fontAlgn="base" hangingPunct="0">
              <a:spcBef>
                <a:spcPct val="0"/>
              </a:spcBef>
              <a:spcAft>
                <a:spcPct val="0"/>
              </a:spcAft>
              <a:defRPr>
                <a:solidFill>
                  <a:schemeClr val="tx1"/>
                </a:solidFill>
                <a:latin typeface="Constantia" pitchFamily="18" charset="0"/>
                <a:cs typeface="Arial" pitchFamily="34" charset="0"/>
              </a:defRPr>
            </a:lvl6pPr>
            <a:lvl7pPr marL="2971800" indent="-228600" eaLnBrk="0" fontAlgn="base" hangingPunct="0">
              <a:spcBef>
                <a:spcPct val="0"/>
              </a:spcBef>
              <a:spcAft>
                <a:spcPct val="0"/>
              </a:spcAft>
              <a:defRPr>
                <a:solidFill>
                  <a:schemeClr val="tx1"/>
                </a:solidFill>
                <a:latin typeface="Constantia" pitchFamily="18" charset="0"/>
                <a:cs typeface="Arial" pitchFamily="34" charset="0"/>
              </a:defRPr>
            </a:lvl7pPr>
            <a:lvl8pPr marL="3429000" indent="-228600" eaLnBrk="0" fontAlgn="base" hangingPunct="0">
              <a:spcBef>
                <a:spcPct val="0"/>
              </a:spcBef>
              <a:spcAft>
                <a:spcPct val="0"/>
              </a:spcAft>
              <a:defRPr>
                <a:solidFill>
                  <a:schemeClr val="tx1"/>
                </a:solidFill>
                <a:latin typeface="Constantia" pitchFamily="18" charset="0"/>
                <a:cs typeface="Arial" pitchFamily="34" charset="0"/>
              </a:defRPr>
            </a:lvl8pPr>
            <a:lvl9pPr marL="3886200" indent="-228600" eaLnBrk="0" fontAlgn="base" hangingPunct="0">
              <a:spcBef>
                <a:spcPct val="0"/>
              </a:spcBef>
              <a:spcAft>
                <a:spcPct val="0"/>
              </a:spcAft>
              <a:defRPr>
                <a:solidFill>
                  <a:schemeClr val="tx1"/>
                </a:solidFill>
                <a:latin typeface="Constantia" pitchFamily="18" charset="0"/>
                <a:cs typeface="Arial" pitchFamily="34" charset="0"/>
              </a:defRPr>
            </a:lvl9pPr>
          </a:lstStyle>
          <a:p>
            <a:pPr eaLnBrk="1" hangingPunct="1">
              <a:spcBef>
                <a:spcPct val="50000"/>
              </a:spcBef>
            </a:pPr>
            <a:r>
              <a:rPr lang="en-US">
                <a:latin typeface="Arial" pitchFamily="34" charset="0"/>
              </a:rPr>
              <a:t>Nombre</a:t>
            </a:r>
          </a:p>
        </p:txBody>
      </p:sp>
      <p:grpSp>
        <p:nvGrpSpPr>
          <p:cNvPr id="17" name="Group 16"/>
          <p:cNvGrpSpPr>
            <a:grpSpLocks/>
          </p:cNvGrpSpPr>
          <p:nvPr/>
        </p:nvGrpSpPr>
        <p:grpSpPr bwMode="auto">
          <a:xfrm>
            <a:off x="5572125" y="3857625"/>
            <a:ext cx="3224213" cy="369888"/>
            <a:chOff x="5410200" y="3476625"/>
            <a:chExt cx="3224250" cy="369332"/>
          </a:xfrm>
        </p:grpSpPr>
        <p:sp>
          <p:nvSpPr>
            <p:cNvPr id="14344" name="Text Box 1033"/>
            <p:cNvSpPr txBox="1">
              <a:spLocks noChangeArrowheads="1"/>
            </p:cNvSpPr>
            <p:nvPr/>
          </p:nvSpPr>
          <p:spPr bwMode="auto">
            <a:xfrm>
              <a:off x="5410200" y="3476625"/>
              <a:ext cx="3162328" cy="369332"/>
            </a:xfrm>
            <a:prstGeom prst="rect">
              <a:avLst/>
            </a:prstGeom>
            <a:solidFill>
              <a:srgbClr val="FFFF99"/>
            </a:solidFill>
            <a:ln w="12700">
              <a:solidFill>
                <a:schemeClr val="tx1"/>
              </a:solidFill>
              <a:miter lim="800000"/>
              <a:headEnd/>
              <a:tailEnd/>
            </a:ln>
          </p:spPr>
          <p:txBody>
            <a:bodyPr>
              <a:spAutoFit/>
            </a:bodyPr>
            <a:lstStyle>
              <a:lvl1pPr eaLnBrk="0" hangingPunct="0">
                <a:defRPr>
                  <a:solidFill>
                    <a:schemeClr val="tx1"/>
                  </a:solidFill>
                  <a:latin typeface="Constantia" pitchFamily="18" charset="0"/>
                  <a:cs typeface="Arial" pitchFamily="34" charset="0"/>
                </a:defRPr>
              </a:lvl1pPr>
              <a:lvl2pPr marL="742950" indent="-285750" eaLnBrk="0" hangingPunct="0">
                <a:defRPr>
                  <a:solidFill>
                    <a:schemeClr val="tx1"/>
                  </a:solidFill>
                  <a:latin typeface="Constantia" pitchFamily="18" charset="0"/>
                  <a:cs typeface="Arial" pitchFamily="34" charset="0"/>
                </a:defRPr>
              </a:lvl2pPr>
              <a:lvl3pPr marL="1143000" indent="-228600" eaLnBrk="0" hangingPunct="0">
                <a:defRPr>
                  <a:solidFill>
                    <a:schemeClr val="tx1"/>
                  </a:solidFill>
                  <a:latin typeface="Constantia" pitchFamily="18" charset="0"/>
                  <a:cs typeface="Arial" pitchFamily="34" charset="0"/>
                </a:defRPr>
              </a:lvl3pPr>
              <a:lvl4pPr marL="1600200" indent="-228600" eaLnBrk="0" hangingPunct="0">
                <a:defRPr>
                  <a:solidFill>
                    <a:schemeClr val="tx1"/>
                  </a:solidFill>
                  <a:latin typeface="Constantia" pitchFamily="18" charset="0"/>
                  <a:cs typeface="Arial" pitchFamily="34" charset="0"/>
                </a:defRPr>
              </a:lvl4pPr>
              <a:lvl5pPr marL="2057400" indent="-228600" eaLnBrk="0" hangingPunct="0">
                <a:defRPr>
                  <a:solidFill>
                    <a:schemeClr val="tx1"/>
                  </a:solidFill>
                  <a:latin typeface="Constantia" pitchFamily="18" charset="0"/>
                  <a:cs typeface="Arial" pitchFamily="34" charset="0"/>
                </a:defRPr>
              </a:lvl5pPr>
              <a:lvl6pPr marL="2514600" indent="-228600" eaLnBrk="0" fontAlgn="base" hangingPunct="0">
                <a:spcBef>
                  <a:spcPct val="0"/>
                </a:spcBef>
                <a:spcAft>
                  <a:spcPct val="0"/>
                </a:spcAft>
                <a:defRPr>
                  <a:solidFill>
                    <a:schemeClr val="tx1"/>
                  </a:solidFill>
                  <a:latin typeface="Constantia" pitchFamily="18" charset="0"/>
                  <a:cs typeface="Arial" pitchFamily="34" charset="0"/>
                </a:defRPr>
              </a:lvl6pPr>
              <a:lvl7pPr marL="2971800" indent="-228600" eaLnBrk="0" fontAlgn="base" hangingPunct="0">
                <a:spcBef>
                  <a:spcPct val="0"/>
                </a:spcBef>
                <a:spcAft>
                  <a:spcPct val="0"/>
                </a:spcAft>
                <a:defRPr>
                  <a:solidFill>
                    <a:schemeClr val="tx1"/>
                  </a:solidFill>
                  <a:latin typeface="Constantia" pitchFamily="18" charset="0"/>
                  <a:cs typeface="Arial" pitchFamily="34" charset="0"/>
                </a:defRPr>
              </a:lvl7pPr>
              <a:lvl8pPr marL="3429000" indent="-228600" eaLnBrk="0" fontAlgn="base" hangingPunct="0">
                <a:spcBef>
                  <a:spcPct val="0"/>
                </a:spcBef>
                <a:spcAft>
                  <a:spcPct val="0"/>
                </a:spcAft>
                <a:defRPr>
                  <a:solidFill>
                    <a:schemeClr val="tx1"/>
                  </a:solidFill>
                  <a:latin typeface="Constantia" pitchFamily="18" charset="0"/>
                  <a:cs typeface="Arial" pitchFamily="34" charset="0"/>
                </a:defRPr>
              </a:lvl8pPr>
              <a:lvl9pPr marL="3886200" indent="-228600" eaLnBrk="0" fontAlgn="base" hangingPunct="0">
                <a:spcBef>
                  <a:spcPct val="0"/>
                </a:spcBef>
                <a:spcAft>
                  <a:spcPct val="0"/>
                </a:spcAft>
                <a:defRPr>
                  <a:solidFill>
                    <a:schemeClr val="tx1"/>
                  </a:solidFill>
                  <a:latin typeface="Constantia" pitchFamily="18" charset="0"/>
                  <a:cs typeface="Arial" pitchFamily="34" charset="0"/>
                </a:defRPr>
              </a:lvl9pPr>
            </a:lstStyle>
            <a:p>
              <a:pPr eaLnBrk="1" hangingPunct="1">
                <a:spcBef>
                  <a:spcPct val="50000"/>
                </a:spcBef>
              </a:pPr>
              <a:endParaRPr lang="es-MX">
                <a:latin typeface="Arial" pitchFamily="34" charset="0"/>
              </a:endParaRPr>
            </a:p>
          </p:txBody>
        </p:sp>
        <p:sp>
          <p:nvSpPr>
            <p:cNvPr id="19" name="Text Box 1034"/>
            <p:cNvSpPr txBox="1">
              <a:spLocks noChangeArrowheads="1"/>
            </p:cNvSpPr>
            <p:nvPr/>
          </p:nvSpPr>
          <p:spPr bwMode="auto">
            <a:xfrm>
              <a:off x="5429250" y="3500402"/>
              <a:ext cx="1062050" cy="307512"/>
            </a:xfrm>
            <a:prstGeom prst="rect">
              <a:avLst/>
            </a:prstGeom>
            <a:solidFill>
              <a:schemeClr val="tx2">
                <a:lumMod val="60000"/>
                <a:lumOff val="40000"/>
              </a:schemeClr>
            </a:solidFill>
            <a:ln w="12700">
              <a:solidFill>
                <a:schemeClr val="tx1"/>
              </a:solidFill>
              <a:miter lim="800000"/>
              <a:headEnd/>
              <a:tailEnd/>
            </a:ln>
          </p:spPr>
          <p:txBody>
            <a:bodyPr>
              <a:spAutoFit/>
            </a:bodyPr>
            <a:lstStyle/>
            <a:p>
              <a:pPr fontAlgn="auto">
                <a:spcBef>
                  <a:spcPct val="50000"/>
                </a:spcBef>
                <a:spcAft>
                  <a:spcPts val="0"/>
                </a:spcAft>
                <a:defRPr/>
              </a:pPr>
              <a:r>
                <a:rPr lang="en-US" sz="1400" dirty="0">
                  <a:latin typeface="Arial" charset="0"/>
                  <a:cs typeface="+mn-cs"/>
                </a:rPr>
                <a:t>Juan</a:t>
              </a:r>
            </a:p>
          </p:txBody>
        </p:sp>
        <p:sp>
          <p:nvSpPr>
            <p:cNvPr id="14346" name="Text Box 1034"/>
            <p:cNvSpPr txBox="1">
              <a:spLocks noChangeArrowheads="1"/>
            </p:cNvSpPr>
            <p:nvPr/>
          </p:nvSpPr>
          <p:spPr bwMode="auto">
            <a:xfrm>
              <a:off x="6500826" y="3500438"/>
              <a:ext cx="1062054" cy="307777"/>
            </a:xfrm>
            <a:prstGeom prst="rect">
              <a:avLst/>
            </a:prstGeom>
            <a:solidFill>
              <a:srgbClr val="FFC000"/>
            </a:solidFill>
            <a:ln w="12700">
              <a:solidFill>
                <a:schemeClr val="tx1"/>
              </a:solidFill>
              <a:miter lim="800000"/>
              <a:headEnd/>
              <a:tailEnd/>
            </a:ln>
          </p:spPr>
          <p:txBody>
            <a:bodyPr>
              <a:spAutoFit/>
            </a:bodyPr>
            <a:lstStyle>
              <a:lvl1pPr eaLnBrk="0" hangingPunct="0">
                <a:defRPr>
                  <a:solidFill>
                    <a:schemeClr val="tx1"/>
                  </a:solidFill>
                  <a:latin typeface="Constantia" pitchFamily="18" charset="0"/>
                  <a:cs typeface="Arial" pitchFamily="34" charset="0"/>
                </a:defRPr>
              </a:lvl1pPr>
              <a:lvl2pPr marL="742950" indent="-285750" eaLnBrk="0" hangingPunct="0">
                <a:defRPr>
                  <a:solidFill>
                    <a:schemeClr val="tx1"/>
                  </a:solidFill>
                  <a:latin typeface="Constantia" pitchFamily="18" charset="0"/>
                  <a:cs typeface="Arial" pitchFamily="34" charset="0"/>
                </a:defRPr>
              </a:lvl2pPr>
              <a:lvl3pPr marL="1143000" indent="-228600" eaLnBrk="0" hangingPunct="0">
                <a:defRPr>
                  <a:solidFill>
                    <a:schemeClr val="tx1"/>
                  </a:solidFill>
                  <a:latin typeface="Constantia" pitchFamily="18" charset="0"/>
                  <a:cs typeface="Arial" pitchFamily="34" charset="0"/>
                </a:defRPr>
              </a:lvl3pPr>
              <a:lvl4pPr marL="1600200" indent="-228600" eaLnBrk="0" hangingPunct="0">
                <a:defRPr>
                  <a:solidFill>
                    <a:schemeClr val="tx1"/>
                  </a:solidFill>
                  <a:latin typeface="Constantia" pitchFamily="18" charset="0"/>
                  <a:cs typeface="Arial" pitchFamily="34" charset="0"/>
                </a:defRPr>
              </a:lvl4pPr>
              <a:lvl5pPr marL="2057400" indent="-228600" eaLnBrk="0" hangingPunct="0">
                <a:defRPr>
                  <a:solidFill>
                    <a:schemeClr val="tx1"/>
                  </a:solidFill>
                  <a:latin typeface="Constantia" pitchFamily="18" charset="0"/>
                  <a:cs typeface="Arial" pitchFamily="34" charset="0"/>
                </a:defRPr>
              </a:lvl5pPr>
              <a:lvl6pPr marL="2514600" indent="-228600" eaLnBrk="0" fontAlgn="base" hangingPunct="0">
                <a:spcBef>
                  <a:spcPct val="0"/>
                </a:spcBef>
                <a:spcAft>
                  <a:spcPct val="0"/>
                </a:spcAft>
                <a:defRPr>
                  <a:solidFill>
                    <a:schemeClr val="tx1"/>
                  </a:solidFill>
                  <a:latin typeface="Constantia" pitchFamily="18" charset="0"/>
                  <a:cs typeface="Arial" pitchFamily="34" charset="0"/>
                </a:defRPr>
              </a:lvl6pPr>
              <a:lvl7pPr marL="2971800" indent="-228600" eaLnBrk="0" fontAlgn="base" hangingPunct="0">
                <a:spcBef>
                  <a:spcPct val="0"/>
                </a:spcBef>
                <a:spcAft>
                  <a:spcPct val="0"/>
                </a:spcAft>
                <a:defRPr>
                  <a:solidFill>
                    <a:schemeClr val="tx1"/>
                  </a:solidFill>
                  <a:latin typeface="Constantia" pitchFamily="18" charset="0"/>
                  <a:cs typeface="Arial" pitchFamily="34" charset="0"/>
                </a:defRPr>
              </a:lvl7pPr>
              <a:lvl8pPr marL="3429000" indent="-228600" eaLnBrk="0" fontAlgn="base" hangingPunct="0">
                <a:spcBef>
                  <a:spcPct val="0"/>
                </a:spcBef>
                <a:spcAft>
                  <a:spcPct val="0"/>
                </a:spcAft>
                <a:defRPr>
                  <a:solidFill>
                    <a:schemeClr val="tx1"/>
                  </a:solidFill>
                  <a:latin typeface="Constantia" pitchFamily="18" charset="0"/>
                  <a:cs typeface="Arial" pitchFamily="34" charset="0"/>
                </a:defRPr>
              </a:lvl8pPr>
              <a:lvl9pPr marL="3886200" indent="-228600" eaLnBrk="0" fontAlgn="base" hangingPunct="0">
                <a:spcBef>
                  <a:spcPct val="0"/>
                </a:spcBef>
                <a:spcAft>
                  <a:spcPct val="0"/>
                </a:spcAft>
                <a:defRPr>
                  <a:solidFill>
                    <a:schemeClr val="tx1"/>
                  </a:solidFill>
                  <a:latin typeface="Constantia" pitchFamily="18" charset="0"/>
                  <a:cs typeface="Arial" pitchFamily="34" charset="0"/>
                </a:defRPr>
              </a:lvl9pPr>
            </a:lstStyle>
            <a:p>
              <a:pPr eaLnBrk="1" hangingPunct="1">
                <a:spcBef>
                  <a:spcPct val="50000"/>
                </a:spcBef>
              </a:pPr>
              <a:r>
                <a:rPr lang="en-US" sz="1400">
                  <a:latin typeface="Arial" pitchFamily="34" charset="0"/>
                </a:rPr>
                <a:t>714-6566</a:t>
              </a:r>
            </a:p>
          </p:txBody>
        </p:sp>
        <p:sp>
          <p:nvSpPr>
            <p:cNvPr id="14347" name="Text Box 1034"/>
            <p:cNvSpPr txBox="1">
              <a:spLocks noChangeArrowheads="1"/>
            </p:cNvSpPr>
            <p:nvPr/>
          </p:nvSpPr>
          <p:spPr bwMode="auto">
            <a:xfrm>
              <a:off x="7572396" y="3500438"/>
              <a:ext cx="1062054" cy="307777"/>
            </a:xfrm>
            <a:prstGeom prst="rect">
              <a:avLst/>
            </a:prstGeom>
            <a:solidFill>
              <a:srgbClr val="FF0000"/>
            </a:solidFill>
            <a:ln w="12700">
              <a:solidFill>
                <a:schemeClr val="tx1"/>
              </a:solidFill>
              <a:miter lim="800000"/>
              <a:headEnd/>
              <a:tailEnd/>
            </a:ln>
          </p:spPr>
          <p:txBody>
            <a:bodyPr>
              <a:spAutoFit/>
            </a:bodyPr>
            <a:lstStyle>
              <a:lvl1pPr eaLnBrk="0" hangingPunct="0">
                <a:defRPr>
                  <a:solidFill>
                    <a:schemeClr val="tx1"/>
                  </a:solidFill>
                  <a:latin typeface="Constantia" pitchFamily="18" charset="0"/>
                  <a:cs typeface="Arial" pitchFamily="34" charset="0"/>
                </a:defRPr>
              </a:lvl1pPr>
              <a:lvl2pPr marL="742950" indent="-285750" eaLnBrk="0" hangingPunct="0">
                <a:defRPr>
                  <a:solidFill>
                    <a:schemeClr val="tx1"/>
                  </a:solidFill>
                  <a:latin typeface="Constantia" pitchFamily="18" charset="0"/>
                  <a:cs typeface="Arial" pitchFamily="34" charset="0"/>
                </a:defRPr>
              </a:lvl2pPr>
              <a:lvl3pPr marL="1143000" indent="-228600" eaLnBrk="0" hangingPunct="0">
                <a:defRPr>
                  <a:solidFill>
                    <a:schemeClr val="tx1"/>
                  </a:solidFill>
                  <a:latin typeface="Constantia" pitchFamily="18" charset="0"/>
                  <a:cs typeface="Arial" pitchFamily="34" charset="0"/>
                </a:defRPr>
              </a:lvl3pPr>
              <a:lvl4pPr marL="1600200" indent="-228600" eaLnBrk="0" hangingPunct="0">
                <a:defRPr>
                  <a:solidFill>
                    <a:schemeClr val="tx1"/>
                  </a:solidFill>
                  <a:latin typeface="Constantia" pitchFamily="18" charset="0"/>
                  <a:cs typeface="Arial" pitchFamily="34" charset="0"/>
                </a:defRPr>
              </a:lvl4pPr>
              <a:lvl5pPr marL="2057400" indent="-228600" eaLnBrk="0" hangingPunct="0">
                <a:defRPr>
                  <a:solidFill>
                    <a:schemeClr val="tx1"/>
                  </a:solidFill>
                  <a:latin typeface="Constantia" pitchFamily="18" charset="0"/>
                  <a:cs typeface="Arial" pitchFamily="34" charset="0"/>
                </a:defRPr>
              </a:lvl5pPr>
              <a:lvl6pPr marL="2514600" indent="-228600" eaLnBrk="0" fontAlgn="base" hangingPunct="0">
                <a:spcBef>
                  <a:spcPct val="0"/>
                </a:spcBef>
                <a:spcAft>
                  <a:spcPct val="0"/>
                </a:spcAft>
                <a:defRPr>
                  <a:solidFill>
                    <a:schemeClr val="tx1"/>
                  </a:solidFill>
                  <a:latin typeface="Constantia" pitchFamily="18" charset="0"/>
                  <a:cs typeface="Arial" pitchFamily="34" charset="0"/>
                </a:defRPr>
              </a:lvl6pPr>
              <a:lvl7pPr marL="2971800" indent="-228600" eaLnBrk="0" fontAlgn="base" hangingPunct="0">
                <a:spcBef>
                  <a:spcPct val="0"/>
                </a:spcBef>
                <a:spcAft>
                  <a:spcPct val="0"/>
                </a:spcAft>
                <a:defRPr>
                  <a:solidFill>
                    <a:schemeClr val="tx1"/>
                  </a:solidFill>
                  <a:latin typeface="Constantia" pitchFamily="18" charset="0"/>
                  <a:cs typeface="Arial" pitchFamily="34" charset="0"/>
                </a:defRPr>
              </a:lvl7pPr>
              <a:lvl8pPr marL="3429000" indent="-228600" eaLnBrk="0" fontAlgn="base" hangingPunct="0">
                <a:spcBef>
                  <a:spcPct val="0"/>
                </a:spcBef>
                <a:spcAft>
                  <a:spcPct val="0"/>
                </a:spcAft>
                <a:defRPr>
                  <a:solidFill>
                    <a:schemeClr val="tx1"/>
                  </a:solidFill>
                  <a:latin typeface="Constantia" pitchFamily="18" charset="0"/>
                  <a:cs typeface="Arial" pitchFamily="34" charset="0"/>
                </a:defRPr>
              </a:lvl8pPr>
              <a:lvl9pPr marL="3886200" indent="-228600" eaLnBrk="0" fontAlgn="base" hangingPunct="0">
                <a:spcBef>
                  <a:spcPct val="0"/>
                </a:spcBef>
                <a:spcAft>
                  <a:spcPct val="0"/>
                </a:spcAft>
                <a:defRPr>
                  <a:solidFill>
                    <a:schemeClr val="tx1"/>
                  </a:solidFill>
                  <a:latin typeface="Constantia" pitchFamily="18" charset="0"/>
                  <a:cs typeface="Arial" pitchFamily="34" charset="0"/>
                </a:defRPr>
              </a:lvl9pPr>
            </a:lstStyle>
            <a:p>
              <a:pPr eaLnBrk="1" hangingPunct="1">
                <a:spcBef>
                  <a:spcPct val="50000"/>
                </a:spcBef>
              </a:pPr>
              <a:r>
                <a:rPr lang="en-US" sz="1400">
                  <a:latin typeface="Arial" pitchFamily="34" charset="0"/>
                </a:rPr>
                <a:t>j@hotmail</a:t>
              </a:r>
            </a:p>
          </p:txBody>
        </p:sp>
      </p:grpSp>
      <p:pic>
        <p:nvPicPr>
          <p:cNvPr id="2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2125" y="1557338"/>
            <a:ext cx="2928938" cy="124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14 Explosión 1"/>
          <p:cNvSpPr/>
          <p:nvPr/>
        </p:nvSpPr>
        <p:spPr>
          <a:xfrm>
            <a:off x="8028384" y="5877272"/>
            <a:ext cx="504056" cy="57606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52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 calcmode="lin" valueType="num">
                                      <p:cBhvr>
                                        <p:cTn id="9" dur="500" fill="hold"/>
                                        <p:tgtEl>
                                          <p:spTgt spid="10"/>
                                        </p:tgtEl>
                                        <p:attrNameLst>
                                          <p:attrName>ppt_x</p:attrName>
                                        </p:attrNameLst>
                                      </p:cBhvr>
                                      <p:tavLst>
                                        <p:tav tm="0">
                                          <p:val>
                                            <p:fltVal val="0.5"/>
                                          </p:val>
                                        </p:tav>
                                        <p:tav tm="100000">
                                          <p:val>
                                            <p:strVal val="#ppt_x"/>
                                          </p:val>
                                        </p:tav>
                                      </p:tavLst>
                                    </p:anim>
                                    <p:anim calcmode="lin" valueType="num">
                                      <p:cBhvr>
                                        <p:cTn id="10" dur="500" fill="hold"/>
                                        <p:tgtEl>
                                          <p:spTgt spid="10"/>
                                        </p:tgtEl>
                                        <p:attrNameLst>
                                          <p:attrName>ppt_y</p:attrName>
                                        </p:attrNameLst>
                                      </p:cBhvr>
                                      <p:tavLst>
                                        <p:tav tm="0">
                                          <p:val>
                                            <p:fltVal val="0.5"/>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 calcmode="lin" valueType="num">
                                      <p:cBhvr additive="base">
                                        <p:cTn id="21" dur="500" fill="hold"/>
                                        <p:tgtEl>
                                          <p:spTgt spid="23"/>
                                        </p:tgtEl>
                                        <p:attrNameLst>
                                          <p:attrName>ppt_x</p:attrName>
                                        </p:attrNameLst>
                                      </p:cBhvr>
                                      <p:tavLst>
                                        <p:tav tm="0">
                                          <p:val>
                                            <p:strVal val="#ppt_x"/>
                                          </p:val>
                                        </p:tav>
                                        <p:tav tm="100000">
                                          <p:val>
                                            <p:strVal val="#ppt_x"/>
                                          </p:val>
                                        </p:tav>
                                      </p:tavLst>
                                    </p:anim>
                                    <p:anim calcmode="lin" valueType="num">
                                      <p:cBhvr additive="base">
                                        <p:cTn id="2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s-MX" dirty="0" smtClean="0"/>
              <a:t>Ejemplo de tabla</a:t>
            </a:r>
          </a:p>
        </p:txBody>
      </p:sp>
      <p:sp>
        <p:nvSpPr>
          <p:cNvPr id="4" name="Rectangle 4"/>
          <p:cNvSpPr>
            <a:spLocks noChangeArrowheads="1"/>
          </p:cNvSpPr>
          <p:nvPr/>
        </p:nvSpPr>
        <p:spPr bwMode="auto">
          <a:xfrm>
            <a:off x="355600" y="3165475"/>
            <a:ext cx="13779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sz="2100">
                <a:latin typeface="Arial" pitchFamily="34" charset="0"/>
              </a:rPr>
              <a:t>Registros</a:t>
            </a:r>
          </a:p>
        </p:txBody>
      </p:sp>
      <p:grpSp>
        <p:nvGrpSpPr>
          <p:cNvPr id="5" name="Group 5"/>
          <p:cNvGrpSpPr>
            <a:grpSpLocks/>
          </p:cNvGrpSpPr>
          <p:nvPr/>
        </p:nvGrpSpPr>
        <p:grpSpPr bwMode="auto">
          <a:xfrm>
            <a:off x="355600" y="3165475"/>
            <a:ext cx="1890713" cy="1289050"/>
            <a:chOff x="148" y="1924"/>
            <a:chExt cx="1000" cy="712"/>
          </a:xfrm>
        </p:grpSpPr>
        <p:sp>
          <p:nvSpPr>
            <p:cNvPr id="15399" name="Rectangle 6"/>
            <p:cNvSpPr>
              <a:spLocks noChangeArrowheads="1"/>
            </p:cNvSpPr>
            <p:nvPr/>
          </p:nvSpPr>
          <p:spPr bwMode="auto">
            <a:xfrm>
              <a:off x="148" y="1924"/>
              <a:ext cx="664" cy="232"/>
            </a:xfrm>
            <a:prstGeom prst="rect">
              <a:avLst/>
            </a:prstGeom>
            <a:noFill/>
            <a:ln w="127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s-MX"/>
            </a:p>
          </p:txBody>
        </p:sp>
        <p:sp>
          <p:nvSpPr>
            <p:cNvPr id="15400" name="Line 7"/>
            <p:cNvSpPr>
              <a:spLocks noChangeShapeType="1"/>
            </p:cNvSpPr>
            <p:nvPr/>
          </p:nvSpPr>
          <p:spPr bwMode="auto">
            <a:xfrm>
              <a:off x="820" y="2164"/>
              <a:ext cx="328" cy="136"/>
            </a:xfrm>
            <a:prstGeom prst="line">
              <a:avLst/>
            </a:prstGeom>
            <a:noFill/>
            <a:ln w="127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s-AR"/>
            </a:p>
          </p:txBody>
        </p:sp>
        <p:sp>
          <p:nvSpPr>
            <p:cNvPr id="15401" name="Line 8"/>
            <p:cNvSpPr>
              <a:spLocks noChangeShapeType="1"/>
            </p:cNvSpPr>
            <p:nvPr/>
          </p:nvSpPr>
          <p:spPr bwMode="auto">
            <a:xfrm>
              <a:off x="820" y="2164"/>
              <a:ext cx="328" cy="328"/>
            </a:xfrm>
            <a:prstGeom prst="line">
              <a:avLst/>
            </a:prstGeom>
            <a:noFill/>
            <a:ln w="127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s-AR"/>
            </a:p>
          </p:txBody>
        </p:sp>
        <p:sp>
          <p:nvSpPr>
            <p:cNvPr id="15402" name="Line 9"/>
            <p:cNvSpPr>
              <a:spLocks noChangeShapeType="1"/>
            </p:cNvSpPr>
            <p:nvPr/>
          </p:nvSpPr>
          <p:spPr bwMode="auto">
            <a:xfrm>
              <a:off x="820" y="2164"/>
              <a:ext cx="328" cy="472"/>
            </a:xfrm>
            <a:prstGeom prst="line">
              <a:avLst/>
            </a:prstGeom>
            <a:noFill/>
            <a:ln w="127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s-AR"/>
            </a:p>
          </p:txBody>
        </p:sp>
      </p:grpSp>
      <p:sp>
        <p:nvSpPr>
          <p:cNvPr id="10" name="Rectangle 10"/>
          <p:cNvSpPr>
            <a:spLocks noChangeArrowheads="1"/>
          </p:cNvSpPr>
          <p:nvPr/>
        </p:nvSpPr>
        <p:spPr bwMode="auto">
          <a:xfrm>
            <a:off x="4191000" y="1876425"/>
            <a:ext cx="11747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lgn="ctr">
              <a:spcBef>
                <a:spcPct val="50000"/>
              </a:spcBef>
            </a:pPr>
            <a:r>
              <a:rPr lang="en-US" sz="2100">
                <a:latin typeface="Arial" pitchFamily="34" charset="0"/>
              </a:rPr>
              <a:t>Campos</a:t>
            </a:r>
          </a:p>
        </p:txBody>
      </p:sp>
      <p:sp>
        <p:nvSpPr>
          <p:cNvPr id="11" name="Rectangle 11"/>
          <p:cNvSpPr>
            <a:spLocks noChangeArrowheads="1"/>
          </p:cNvSpPr>
          <p:nvPr/>
        </p:nvSpPr>
        <p:spPr bwMode="auto">
          <a:xfrm>
            <a:off x="4191000" y="1882775"/>
            <a:ext cx="1103313" cy="368300"/>
          </a:xfrm>
          <a:prstGeom prst="rect">
            <a:avLst/>
          </a:prstGeom>
          <a:noFill/>
          <a:ln w="127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s-MX"/>
          </a:p>
        </p:txBody>
      </p:sp>
      <p:sp>
        <p:nvSpPr>
          <p:cNvPr id="12" name="Line 12"/>
          <p:cNvSpPr>
            <a:spLocks noChangeShapeType="1"/>
          </p:cNvSpPr>
          <p:nvPr/>
        </p:nvSpPr>
        <p:spPr bwMode="auto">
          <a:xfrm flipH="1">
            <a:off x="3187700" y="2286000"/>
            <a:ext cx="1155700" cy="850900"/>
          </a:xfrm>
          <a:prstGeom prst="line">
            <a:avLst/>
          </a:prstGeom>
          <a:noFill/>
          <a:ln w="127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s-AR"/>
          </a:p>
        </p:txBody>
      </p:sp>
      <p:sp>
        <p:nvSpPr>
          <p:cNvPr id="13" name="Line 13"/>
          <p:cNvSpPr>
            <a:spLocks noChangeShapeType="1"/>
          </p:cNvSpPr>
          <p:nvPr/>
        </p:nvSpPr>
        <p:spPr bwMode="auto">
          <a:xfrm>
            <a:off x="4343400" y="2286000"/>
            <a:ext cx="298450" cy="850900"/>
          </a:xfrm>
          <a:prstGeom prst="line">
            <a:avLst/>
          </a:prstGeom>
          <a:noFill/>
          <a:ln w="127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s-AR"/>
          </a:p>
        </p:txBody>
      </p:sp>
      <p:sp>
        <p:nvSpPr>
          <p:cNvPr id="14" name="Line 14"/>
          <p:cNvSpPr>
            <a:spLocks noChangeShapeType="1"/>
          </p:cNvSpPr>
          <p:nvPr/>
        </p:nvSpPr>
        <p:spPr bwMode="auto">
          <a:xfrm>
            <a:off x="4870450" y="2286000"/>
            <a:ext cx="977900" cy="838200"/>
          </a:xfrm>
          <a:prstGeom prst="line">
            <a:avLst/>
          </a:prstGeom>
          <a:noFill/>
          <a:ln w="127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s-AR"/>
          </a:p>
        </p:txBody>
      </p:sp>
      <p:sp>
        <p:nvSpPr>
          <p:cNvPr id="15" name="Line 15"/>
          <p:cNvSpPr>
            <a:spLocks noChangeShapeType="1"/>
          </p:cNvSpPr>
          <p:nvPr/>
        </p:nvSpPr>
        <p:spPr bwMode="auto">
          <a:xfrm>
            <a:off x="5257800" y="2286000"/>
            <a:ext cx="2211388" cy="850900"/>
          </a:xfrm>
          <a:prstGeom prst="line">
            <a:avLst/>
          </a:prstGeom>
          <a:noFill/>
          <a:ln w="127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s-AR"/>
          </a:p>
        </p:txBody>
      </p:sp>
      <p:graphicFrame>
        <p:nvGraphicFramePr>
          <p:cNvPr id="16" name="Group 143"/>
          <p:cNvGraphicFramePr>
            <a:graphicFrameLocks noGrp="1"/>
          </p:cNvGraphicFramePr>
          <p:nvPr/>
        </p:nvGraphicFramePr>
        <p:xfrm>
          <a:off x="2286000" y="3317875"/>
          <a:ext cx="6096000" cy="1611318"/>
        </p:xfrm>
        <a:graphic>
          <a:graphicData uri="http://schemas.openxmlformats.org/drawingml/2006/table">
            <a:tbl>
              <a:tblPr/>
              <a:tblGrid>
                <a:gridCol w="1071554"/>
                <a:gridCol w="2428892"/>
                <a:gridCol w="1357322"/>
                <a:gridCol w="1238232"/>
              </a:tblGrid>
              <a:tr h="396238">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000" b="1" i="0" u="none" strike="noStrike" cap="none" normalizeH="0" baseline="0" dirty="0" err="1" smtClean="0">
                          <a:ln>
                            <a:noFill/>
                          </a:ln>
                          <a:solidFill>
                            <a:schemeClr val="tx1"/>
                          </a:solidFill>
                          <a:effectLst/>
                          <a:latin typeface="Times New Roman" pitchFamily="18" charset="0"/>
                        </a:rPr>
                        <a:t>Nombre</a:t>
                      </a:r>
                      <a:endParaRPr kumimoji="0" lang="en-US" sz="2000" b="1" i="0" u="none" strike="noStrike" cap="none" normalizeH="0" baseline="0" dirty="0" smtClean="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000" b="1" i="0" u="none" strike="noStrike" cap="none" normalizeH="0" baseline="0" dirty="0" smtClean="0">
                          <a:ln>
                            <a:noFill/>
                          </a:ln>
                          <a:solidFill>
                            <a:schemeClr val="tx1"/>
                          </a:solidFill>
                          <a:effectLst/>
                          <a:latin typeface="Times New Roman" pitchFamily="18" charset="0"/>
                        </a:rPr>
                        <a:t>E-mail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000" b="1" i="0" u="none" strike="noStrike" cap="none" normalizeH="0" baseline="0" dirty="0" err="1" smtClean="0">
                          <a:ln>
                            <a:noFill/>
                          </a:ln>
                          <a:solidFill>
                            <a:schemeClr val="tx1"/>
                          </a:solidFill>
                          <a:effectLst/>
                          <a:latin typeface="Times New Roman" pitchFamily="18" charset="0"/>
                        </a:rPr>
                        <a:t>Telefono</a:t>
                      </a:r>
                      <a:endParaRPr kumimoji="0" lang="en-US" sz="2000" b="1" i="0" u="none" strike="noStrike" cap="none" normalizeH="0" baseline="0" dirty="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000" b="1" i="0" u="none" strike="noStrike" cap="none" normalizeH="0" baseline="0" dirty="0" err="1" smtClean="0">
                          <a:ln>
                            <a:noFill/>
                          </a:ln>
                          <a:solidFill>
                            <a:schemeClr val="tx1"/>
                          </a:solidFill>
                          <a:effectLst/>
                          <a:latin typeface="Times New Roman" pitchFamily="18" charset="0"/>
                        </a:rPr>
                        <a:t>Dirección</a:t>
                      </a:r>
                      <a:endParaRPr kumimoji="0" lang="en-US" sz="2000" b="1" i="0" u="none" strike="noStrike" cap="none" normalizeH="0" baseline="0" dirty="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396238">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000" b="0" i="0" u="none" strike="noStrike" cap="none" normalizeH="0" baseline="0" dirty="0" smtClean="0">
                          <a:ln>
                            <a:noFill/>
                          </a:ln>
                          <a:solidFill>
                            <a:schemeClr val="tx1"/>
                          </a:solidFill>
                          <a:effectLst/>
                          <a:latin typeface="Times New Roman" pitchFamily="18" charset="0"/>
                        </a:rPr>
                        <a:t>Juan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000" b="0" i="0" u="none" strike="noStrike" cap="none" normalizeH="0" baseline="0" dirty="0" smtClean="0">
                          <a:ln>
                            <a:noFill/>
                          </a:ln>
                          <a:solidFill>
                            <a:schemeClr val="tx1"/>
                          </a:solidFill>
                          <a:effectLst/>
                          <a:latin typeface="Times New Roman" pitchFamily="18" charset="0"/>
                        </a:rPr>
                        <a:t>Juan@hotmail.com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r>
                        <a:rPr lang="es-MX" sz="1800" dirty="0" smtClean="0"/>
                        <a:t>714-6566</a:t>
                      </a:r>
                      <a:endParaRPr lang="es-MX" sz="1800" dirty="0"/>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000" b="0" i="0" u="none" strike="noStrike" cap="none" normalizeH="0" baseline="0" dirty="0" smtClean="0">
                          <a:ln>
                            <a:noFill/>
                          </a:ln>
                          <a:solidFill>
                            <a:schemeClr val="tx1"/>
                          </a:solidFill>
                          <a:effectLst/>
                          <a:latin typeface="Times New Roman" pitchFamily="18" charset="0"/>
                        </a:rPr>
                        <a:t>Mina 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238">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000" b="0" i="0" u="none" strike="noStrike" cap="none" normalizeH="0" baseline="0" dirty="0" smtClean="0">
                          <a:ln>
                            <a:noFill/>
                          </a:ln>
                          <a:solidFill>
                            <a:schemeClr val="tx1"/>
                          </a:solidFill>
                          <a:effectLst/>
                          <a:latin typeface="Times New Roman" pitchFamily="18" charset="0"/>
                        </a:rPr>
                        <a:t>Ana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1800" b="0" i="0" u="none" strike="noStrike" cap="none" normalizeH="0" baseline="0" dirty="0" smtClean="0">
                          <a:ln>
                            <a:noFill/>
                          </a:ln>
                          <a:solidFill>
                            <a:schemeClr val="tx1"/>
                          </a:solidFill>
                          <a:effectLst/>
                          <a:latin typeface="Times New Roman" pitchFamily="18" charset="0"/>
                        </a:rPr>
                        <a:t>AnaMa@hotmail.com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r>
                        <a:rPr lang="es-MX" sz="1800" dirty="0" smtClean="0"/>
                        <a:t>714-8995</a:t>
                      </a:r>
                      <a:endParaRPr lang="es-MX" sz="1800" dirty="0"/>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000" b="0" i="0" u="none" strike="noStrike" cap="none" normalizeH="0" baseline="0" dirty="0" smtClean="0">
                          <a:ln>
                            <a:noFill/>
                          </a:ln>
                          <a:solidFill>
                            <a:schemeClr val="tx1"/>
                          </a:solidFill>
                          <a:effectLst/>
                          <a:latin typeface="Times New Roman" pitchFamily="18" charset="0"/>
                        </a:rPr>
                        <a:t>Peru 14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2598">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000" b="0" i="0" u="none" strike="noStrike" cap="none" normalizeH="0" baseline="0" dirty="0" smtClean="0">
                          <a:ln>
                            <a:noFill/>
                          </a:ln>
                          <a:solidFill>
                            <a:schemeClr val="tx1"/>
                          </a:solidFill>
                          <a:effectLst/>
                          <a:latin typeface="Times New Roman" pitchFamily="18" charset="0"/>
                        </a:rPr>
                        <a:t>Luisa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000" b="0" i="0" u="none" strike="noStrike" cap="none" normalizeH="0" baseline="0" dirty="0" smtClean="0">
                          <a:ln>
                            <a:noFill/>
                          </a:ln>
                          <a:solidFill>
                            <a:schemeClr val="tx1"/>
                          </a:solidFill>
                          <a:effectLst/>
                          <a:latin typeface="Times New Roman" pitchFamily="18" charset="0"/>
                        </a:rPr>
                        <a:t>LAT@hotmail.com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r>
                        <a:rPr lang="es-MX" sz="1800" dirty="0" smtClean="0"/>
                        <a:t>714-3017</a:t>
                      </a:r>
                      <a:endParaRPr lang="es-MX" sz="1800" dirty="0"/>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000" b="0" i="0" u="none" strike="noStrike" cap="none" normalizeH="0" baseline="0" dirty="0" smtClean="0">
                          <a:ln>
                            <a:noFill/>
                          </a:ln>
                          <a:solidFill>
                            <a:schemeClr val="tx1"/>
                          </a:solidFill>
                          <a:effectLst/>
                          <a:latin typeface="Times New Roman" pitchFamily="18" charset="0"/>
                        </a:rPr>
                        <a:t>Juarez 19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strVal val="2/3*#ppt_w"/>
                                          </p:val>
                                        </p:tav>
                                        <p:tav tm="100000">
                                          <p:val>
                                            <p:strVal val="#ppt_w"/>
                                          </p:val>
                                        </p:tav>
                                      </p:tavLst>
                                    </p:anim>
                                    <p:anim calcmode="lin" valueType="num">
                                      <p:cBhvr>
                                        <p:cTn id="8" dur="500" fill="hold"/>
                                        <p:tgtEl>
                                          <p:spTgt spid="4"/>
                                        </p:tgtEl>
                                        <p:attrNameLst>
                                          <p:attrName>ppt_h</p:attrName>
                                        </p:attrNameLst>
                                      </p:cBhvr>
                                      <p:tavLst>
                                        <p:tav tm="0">
                                          <p:val>
                                            <p:strVal val="2/3*#ppt_h"/>
                                          </p:val>
                                        </p:tav>
                                        <p:tav tm="100000">
                                          <p:val>
                                            <p:strVal val="#ppt_h"/>
                                          </p:val>
                                        </p:tav>
                                      </p:tavLst>
                                    </p:anim>
                                  </p:childTnLst>
                                </p:cTn>
                              </p:par>
                            </p:childTnLst>
                          </p:cTn>
                        </p:par>
                        <p:par>
                          <p:cTn id="9" fill="hold" nodeType="afterGroup">
                            <p:stCondLst>
                              <p:cond delay="500"/>
                            </p:stCondLst>
                            <p:childTnLst>
                              <p:par>
                                <p:cTn id="10" presetID="22" presetClass="entr" presetSubtype="8"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272"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strVal val="2/3*#ppt_w"/>
                                          </p:val>
                                        </p:tav>
                                        <p:tav tm="100000">
                                          <p:val>
                                            <p:strVal val="#ppt_w"/>
                                          </p:val>
                                        </p:tav>
                                      </p:tavLst>
                                    </p:anim>
                                    <p:anim calcmode="lin" valueType="num">
                                      <p:cBhvr>
                                        <p:cTn id="18" dur="500" fill="hold"/>
                                        <p:tgtEl>
                                          <p:spTgt spid="10"/>
                                        </p:tgtEl>
                                        <p:attrNameLst>
                                          <p:attrName>ppt_h</p:attrName>
                                        </p:attrNameLst>
                                      </p:cBhvr>
                                      <p:tavLst>
                                        <p:tav tm="0">
                                          <p:val>
                                            <p:strVal val="2/3*#ppt_h"/>
                                          </p:val>
                                        </p:tav>
                                        <p:tav tm="100000">
                                          <p:val>
                                            <p:strVal val="#ppt_h"/>
                                          </p:val>
                                        </p:tav>
                                      </p:tavLst>
                                    </p:anim>
                                  </p:childTnLst>
                                </p:cTn>
                              </p:par>
                            </p:childTnLst>
                          </p:cTn>
                        </p:par>
                        <p:par>
                          <p:cTn id="19" fill="hold" nodeType="afterGroup">
                            <p:stCondLst>
                              <p:cond delay="500"/>
                            </p:stCondLst>
                            <p:childTnLst>
                              <p:par>
                                <p:cTn id="20" presetID="22" presetClass="entr" presetSubtype="4"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childTnLst>
                          </p:cTn>
                        </p:par>
                        <p:par>
                          <p:cTn id="23" fill="hold" nodeType="afterGroup">
                            <p:stCondLst>
                              <p:cond delay="1000"/>
                            </p:stCondLst>
                            <p:childTnLst>
                              <p:par>
                                <p:cTn id="24" presetID="22" presetClass="entr" presetSubtype="1" fill="hold" grpId="0" nodeType="after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up)">
                                      <p:cBhvr>
                                        <p:cTn id="26" dur="500"/>
                                        <p:tgtEl>
                                          <p:spTgt spid="12"/>
                                        </p:tgtEl>
                                      </p:cBhvr>
                                    </p:animEffect>
                                  </p:childTnLst>
                                </p:cTn>
                              </p:par>
                            </p:childTnLst>
                          </p:cTn>
                        </p:par>
                        <p:par>
                          <p:cTn id="27" fill="hold" nodeType="afterGroup">
                            <p:stCondLst>
                              <p:cond delay="1500"/>
                            </p:stCondLst>
                            <p:childTnLst>
                              <p:par>
                                <p:cTn id="28" presetID="22" presetClass="entr" presetSubtype="1" fill="hold" grpId="0" nodeType="after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up)">
                                      <p:cBhvr>
                                        <p:cTn id="30" dur="500"/>
                                        <p:tgtEl>
                                          <p:spTgt spid="13"/>
                                        </p:tgtEl>
                                      </p:cBhvr>
                                    </p:animEffect>
                                  </p:childTnLst>
                                </p:cTn>
                              </p:par>
                            </p:childTnLst>
                          </p:cTn>
                        </p:par>
                        <p:par>
                          <p:cTn id="31" fill="hold" nodeType="afterGroup">
                            <p:stCondLst>
                              <p:cond delay="2000"/>
                            </p:stCondLst>
                            <p:childTnLst>
                              <p:par>
                                <p:cTn id="32" presetID="22" presetClass="entr" presetSubtype="1"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up)">
                                      <p:cBhvr>
                                        <p:cTn id="34" dur="500"/>
                                        <p:tgtEl>
                                          <p:spTgt spid="14"/>
                                        </p:tgtEl>
                                      </p:cBhvr>
                                    </p:animEffect>
                                  </p:childTnLst>
                                </p:cTn>
                              </p:par>
                            </p:childTnLst>
                          </p:cTn>
                        </p:par>
                        <p:par>
                          <p:cTn id="35" fill="hold" nodeType="afterGroup">
                            <p:stCondLst>
                              <p:cond delay="2500"/>
                            </p:stCondLst>
                            <p:childTnLst>
                              <p:par>
                                <p:cTn id="36" presetID="22" presetClass="entr" presetSubtype="1"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wipe(up)">
                                      <p:cBhvr>
                                        <p:cTn id="3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10" grpId="0" autoUpdateAnimBg="0"/>
      <p:bldP spid="11" grpId="0" animBg="1"/>
      <p:bldP spid="12" grpId="0" animBg="1"/>
      <p:bldP spid="13" grpId="0" animBg="1"/>
      <p:bldP spid="14" grpId="0" animBg="1"/>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s-MX" smtClean="0"/>
              <a:t>Objetos de una Base de Datos</a:t>
            </a:r>
          </a:p>
        </p:txBody>
      </p:sp>
      <p:sp>
        <p:nvSpPr>
          <p:cNvPr id="5" name="Slide Number Placeholder 4"/>
          <p:cNvSpPr>
            <a:spLocks noGrp="1"/>
          </p:cNvSpPr>
          <p:nvPr>
            <p:ph type="sldNum" sz="quarter" idx="12"/>
          </p:nvPr>
        </p:nvSpPr>
        <p:spPr/>
        <p:txBody>
          <a:bodyPr/>
          <a:lstStyle/>
          <a:p>
            <a:pPr>
              <a:defRPr/>
            </a:pPr>
            <a:fld id="{E397225F-C7D4-4418-B99A-91CBD4F2BB7A}" type="slidenum">
              <a:rPr lang="en-US"/>
              <a:pPr>
                <a:defRPr/>
              </a:pPr>
              <a:t>10</a:t>
            </a:fld>
            <a:endParaRPr lang="en-US"/>
          </a:p>
        </p:txBody>
      </p:sp>
      <p:graphicFrame>
        <p:nvGraphicFramePr>
          <p:cNvPr id="7" name="Organization Chart 2"/>
          <p:cNvGraphicFramePr/>
          <p:nvPr>
            <p:extLst>
              <p:ext uri="{D42A27DB-BD31-4B8C-83A1-F6EECF244321}">
                <p14:modId xmlns:p14="http://schemas.microsoft.com/office/powerpoint/2010/main" val="610464470"/>
              </p:ext>
            </p:extLst>
          </p:nvPr>
        </p:nvGraphicFramePr>
        <p:xfrm>
          <a:off x="428596" y="1857364"/>
          <a:ext cx="8229600" cy="43910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s-MX" dirty="0" smtClean="0"/>
              <a:t>Operaciones con la Base de Datos</a:t>
            </a:r>
            <a:endParaRPr lang="es-MX" dirty="0"/>
          </a:p>
        </p:txBody>
      </p:sp>
      <p:sp>
        <p:nvSpPr>
          <p:cNvPr id="3" name="Content Placeholder 2"/>
          <p:cNvSpPr>
            <a:spLocks noGrp="1"/>
          </p:cNvSpPr>
          <p:nvPr>
            <p:ph idx="1"/>
          </p:nvPr>
        </p:nvSpPr>
        <p:spPr/>
        <p:txBody>
          <a:bodyPr>
            <a:normAutofit fontScale="85000" lnSpcReduction="20000"/>
          </a:bodyPr>
          <a:lstStyle/>
          <a:p>
            <a:pPr marL="274320" indent="-274320" eaLnBrk="1" fontAlgn="auto" hangingPunct="1">
              <a:spcAft>
                <a:spcPts val="0"/>
              </a:spcAft>
              <a:buClr>
                <a:schemeClr val="accent3"/>
              </a:buClr>
              <a:buFont typeface="Wingdings 2"/>
              <a:buChar char=""/>
              <a:defRPr/>
            </a:pPr>
            <a:r>
              <a:rPr lang="es-ES" sz="2800" b="1" dirty="0" smtClean="0"/>
              <a:t>Navegación: </a:t>
            </a:r>
            <a:r>
              <a:rPr lang="es-ES" sz="2800" dirty="0" smtClean="0"/>
              <a:t>Ver la información de cada uno de los registros.</a:t>
            </a:r>
          </a:p>
          <a:p>
            <a:pPr marL="274320" indent="-274320" eaLnBrk="1" fontAlgn="auto" hangingPunct="1">
              <a:spcAft>
                <a:spcPts val="0"/>
              </a:spcAft>
              <a:buClr>
                <a:schemeClr val="accent3"/>
              </a:buClr>
              <a:buFont typeface="Wingdings 2"/>
              <a:buNone/>
              <a:defRPr/>
            </a:pPr>
            <a:endParaRPr lang="es-ES" sz="1050" b="1" dirty="0" smtClean="0"/>
          </a:p>
          <a:p>
            <a:pPr marL="274320" indent="-274320" eaLnBrk="1" fontAlgn="auto" hangingPunct="1">
              <a:spcAft>
                <a:spcPts val="0"/>
              </a:spcAft>
              <a:buClr>
                <a:schemeClr val="accent3"/>
              </a:buClr>
              <a:buFont typeface="Wingdings 2"/>
              <a:buChar char=""/>
              <a:defRPr/>
            </a:pPr>
            <a:r>
              <a:rPr lang="es-ES" sz="2800" b="1" dirty="0" smtClean="0"/>
              <a:t>Consultas </a:t>
            </a:r>
            <a:r>
              <a:rPr lang="es-ES" sz="2800" dirty="0" smtClean="0"/>
              <a:t>: Obtener datos específicos de una tabla o varias tablas,  obtenidos bajo ciertas condiciones.</a:t>
            </a:r>
          </a:p>
          <a:p>
            <a:pPr marL="274320" indent="-274320" eaLnBrk="1" fontAlgn="auto" hangingPunct="1">
              <a:spcAft>
                <a:spcPts val="0"/>
              </a:spcAft>
              <a:buClr>
                <a:schemeClr val="accent3"/>
              </a:buClr>
              <a:buFont typeface="Wingdings 2"/>
              <a:buChar char=""/>
              <a:defRPr/>
            </a:pPr>
            <a:endParaRPr lang="es-ES" sz="1050" dirty="0" smtClean="0"/>
          </a:p>
          <a:p>
            <a:pPr marL="274320" indent="-274320" eaLnBrk="1" fontAlgn="auto" hangingPunct="1">
              <a:spcAft>
                <a:spcPts val="0"/>
              </a:spcAft>
              <a:buClr>
                <a:schemeClr val="accent3"/>
              </a:buClr>
              <a:buFont typeface="Wingdings 2"/>
              <a:buChar char=""/>
              <a:defRPr/>
            </a:pPr>
            <a:r>
              <a:rPr lang="es-ES" sz="2800" b="1" dirty="0" smtClean="0"/>
              <a:t>Ordenación</a:t>
            </a:r>
            <a:r>
              <a:rPr lang="es-ES" sz="2800" dirty="0" smtClean="0"/>
              <a:t>: Listar los registros en el orden especificado.</a:t>
            </a:r>
          </a:p>
          <a:p>
            <a:pPr marL="274320" indent="-274320" eaLnBrk="1" fontAlgn="auto" hangingPunct="1">
              <a:spcAft>
                <a:spcPts val="0"/>
              </a:spcAft>
              <a:buClr>
                <a:schemeClr val="accent3"/>
              </a:buClr>
              <a:buFont typeface="Wingdings 2"/>
              <a:buChar char=""/>
              <a:defRPr/>
            </a:pPr>
            <a:endParaRPr lang="es-ES" sz="1050" dirty="0" smtClean="0"/>
          </a:p>
          <a:p>
            <a:pPr marL="274320" indent="-274320" eaLnBrk="1" fontAlgn="auto" hangingPunct="1">
              <a:spcAft>
                <a:spcPts val="0"/>
              </a:spcAft>
              <a:buClr>
                <a:schemeClr val="accent3"/>
              </a:buClr>
              <a:buFont typeface="Wingdings 2"/>
              <a:buChar char=""/>
              <a:defRPr/>
            </a:pPr>
            <a:r>
              <a:rPr lang="es-ES" sz="2800" b="1" dirty="0" smtClean="0"/>
              <a:t>Eliminación</a:t>
            </a:r>
            <a:r>
              <a:rPr lang="es-ES" sz="2800" dirty="0" smtClean="0"/>
              <a:t>: Eliminar registros que cumplan cierta condición.</a:t>
            </a:r>
          </a:p>
          <a:p>
            <a:pPr marL="274320" indent="-274320" eaLnBrk="1" fontAlgn="auto" hangingPunct="1">
              <a:spcAft>
                <a:spcPts val="0"/>
              </a:spcAft>
              <a:buClr>
                <a:schemeClr val="accent3"/>
              </a:buClr>
              <a:buFont typeface="Wingdings 2"/>
              <a:buChar char=""/>
              <a:defRPr/>
            </a:pPr>
            <a:endParaRPr lang="es-ES" sz="1050" dirty="0" smtClean="0"/>
          </a:p>
          <a:p>
            <a:pPr marL="274320" indent="-274320" eaLnBrk="1" fontAlgn="auto" hangingPunct="1">
              <a:spcAft>
                <a:spcPts val="0"/>
              </a:spcAft>
              <a:buClr>
                <a:schemeClr val="accent3"/>
              </a:buClr>
              <a:buFont typeface="Wingdings 2"/>
              <a:buChar char=""/>
              <a:defRPr/>
            </a:pPr>
            <a:r>
              <a:rPr lang="es-ES" sz="2800" b="1" dirty="0" smtClean="0"/>
              <a:t>Actualización</a:t>
            </a:r>
            <a:r>
              <a:rPr lang="es-ES" sz="2800" dirty="0" smtClean="0"/>
              <a:t>: Actualizar  registros.</a:t>
            </a:r>
          </a:p>
          <a:p>
            <a:pPr marL="274320" indent="-274320" eaLnBrk="1" fontAlgn="auto" hangingPunct="1">
              <a:spcAft>
                <a:spcPts val="0"/>
              </a:spcAft>
              <a:buClr>
                <a:schemeClr val="accent3"/>
              </a:buClr>
              <a:buFont typeface="Wingdings 2"/>
              <a:buChar char=""/>
              <a:defRPr/>
            </a:pPr>
            <a:endParaRPr lang="es-ES" sz="1050" dirty="0" smtClean="0"/>
          </a:p>
          <a:p>
            <a:pPr marL="274320" indent="-274320" eaLnBrk="1" fontAlgn="auto" hangingPunct="1">
              <a:spcAft>
                <a:spcPts val="0"/>
              </a:spcAft>
              <a:buClr>
                <a:schemeClr val="accent3"/>
              </a:buClr>
              <a:buFont typeface="Wingdings 2"/>
              <a:buChar char=""/>
              <a:defRPr/>
            </a:pPr>
            <a:r>
              <a:rPr lang="es-ES" sz="2800" b="1" dirty="0" smtClean="0"/>
              <a:t>Reportes</a:t>
            </a:r>
            <a:r>
              <a:rPr lang="es-ES" sz="2800" dirty="0" smtClean="0"/>
              <a:t>: Imprimir la información necesaria para tomar decisiones</a:t>
            </a:r>
          </a:p>
          <a:p>
            <a:pPr marL="274320" indent="-274320" eaLnBrk="1" fontAlgn="auto" hangingPunct="1">
              <a:spcAft>
                <a:spcPts val="0"/>
              </a:spcAft>
              <a:buClr>
                <a:schemeClr val="accent3"/>
              </a:buClr>
              <a:buFont typeface="Wingdings 2"/>
              <a:buChar char=""/>
              <a:defRPr/>
            </a:pPr>
            <a:endParaRPr lang="es-MX" dirty="0"/>
          </a:p>
        </p:txBody>
      </p:sp>
      <p:sp>
        <p:nvSpPr>
          <p:cNvPr id="4" name="3 Explosión 1"/>
          <p:cNvSpPr/>
          <p:nvPr/>
        </p:nvSpPr>
        <p:spPr>
          <a:xfrm>
            <a:off x="8028384" y="5877272"/>
            <a:ext cx="504056" cy="57606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s-MX" smtClean="0"/>
              <a:t>Introducción a las Tablas</a:t>
            </a:r>
          </a:p>
        </p:txBody>
      </p:sp>
      <p:sp>
        <p:nvSpPr>
          <p:cNvPr id="20483" name="Content Placeholder 2"/>
          <p:cNvSpPr>
            <a:spLocks noGrp="1"/>
          </p:cNvSpPr>
          <p:nvPr>
            <p:ph idx="1"/>
          </p:nvPr>
        </p:nvSpPr>
        <p:spPr>
          <a:xfrm>
            <a:off x="457200" y="1935163"/>
            <a:ext cx="4614863" cy="4389437"/>
          </a:xfrm>
        </p:spPr>
        <p:txBody>
          <a:bodyPr/>
          <a:lstStyle/>
          <a:p>
            <a:pPr eaLnBrk="1" hangingPunct="1"/>
            <a:r>
              <a:rPr lang="es-MX" smtClean="0"/>
              <a:t>Una base de datos es una colección de tablas</a:t>
            </a:r>
          </a:p>
          <a:p>
            <a:pPr eaLnBrk="1" hangingPunct="1"/>
            <a:r>
              <a:rPr lang="es-MX" smtClean="0"/>
              <a:t>Las Tablas guardan los datos</a:t>
            </a:r>
          </a:p>
        </p:txBody>
      </p:sp>
      <p:pic>
        <p:nvPicPr>
          <p:cNvPr id="2048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9713" y="1785938"/>
            <a:ext cx="3565525" cy="392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Explosión 1"/>
          <p:cNvSpPr/>
          <p:nvPr/>
        </p:nvSpPr>
        <p:spPr>
          <a:xfrm>
            <a:off x="8028384" y="5877272"/>
            <a:ext cx="504056" cy="57606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hangingPunct="1"/>
            <a:r>
              <a:rPr lang="es-MX" smtClean="0"/>
              <a:t>Introducción a las Consultas</a:t>
            </a:r>
          </a:p>
        </p:txBody>
      </p:sp>
      <p:sp>
        <p:nvSpPr>
          <p:cNvPr id="21507" name="Content Placeholder 2"/>
          <p:cNvSpPr>
            <a:spLocks noGrp="1"/>
          </p:cNvSpPr>
          <p:nvPr>
            <p:ph idx="1"/>
          </p:nvPr>
        </p:nvSpPr>
        <p:spPr/>
        <p:txBody>
          <a:bodyPr/>
          <a:lstStyle/>
          <a:p>
            <a:pPr eaLnBrk="1" hangingPunct="1"/>
            <a:r>
              <a:rPr lang="es-MX" smtClean="0"/>
              <a:t>Son una forma de hacer preguntas (Consultar) a la Base de datos.</a:t>
            </a:r>
          </a:p>
          <a:p>
            <a:pPr eaLnBrk="1" hangingPunct="1"/>
            <a:r>
              <a:rPr lang="es-MX" smtClean="0"/>
              <a:t>Las </a:t>
            </a:r>
            <a:r>
              <a:rPr lang="es-MX" smtClean="0">
                <a:solidFill>
                  <a:srgbClr val="FF0000"/>
                </a:solidFill>
              </a:rPr>
              <a:t>Consultas</a:t>
            </a:r>
            <a:r>
              <a:rPr lang="es-MX" smtClean="0"/>
              <a:t> pueden buscar información de varias tablas (o de otras Consultas).</a:t>
            </a:r>
          </a:p>
          <a:p>
            <a:pPr eaLnBrk="1" hangingPunct="1"/>
            <a:r>
              <a:rPr lang="es-MX" smtClean="0"/>
              <a:t>Las </a:t>
            </a:r>
            <a:r>
              <a:rPr lang="es-MX" smtClean="0">
                <a:solidFill>
                  <a:srgbClr val="FF0000"/>
                </a:solidFill>
              </a:rPr>
              <a:t>Consultas</a:t>
            </a:r>
            <a:r>
              <a:rPr lang="es-MX" smtClean="0"/>
              <a:t> pueden realizar cálculos y combinar campos.</a:t>
            </a:r>
          </a:p>
        </p:txBody>
      </p:sp>
      <p:pic>
        <p:nvPicPr>
          <p:cNvPr id="21508" name="Content Placeholder 3" descr="access37.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43063" y="4572000"/>
            <a:ext cx="6915150" cy="20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Explosión 1"/>
          <p:cNvSpPr/>
          <p:nvPr/>
        </p:nvSpPr>
        <p:spPr>
          <a:xfrm>
            <a:off x="8028384" y="5877272"/>
            <a:ext cx="504056" cy="57606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s-MX" dirty="0" smtClean="0"/>
              <a:t>Acciones que realizan las Consultas</a:t>
            </a:r>
            <a:endParaRPr lang="es-MX" dirty="0"/>
          </a:p>
        </p:txBody>
      </p:sp>
      <p:sp>
        <p:nvSpPr>
          <p:cNvPr id="3" name="Content Placeholder 2"/>
          <p:cNvSpPr>
            <a:spLocks noGrp="1"/>
          </p:cNvSpPr>
          <p:nvPr>
            <p:ph idx="1"/>
          </p:nvPr>
        </p:nvSpPr>
        <p:spPr/>
        <p:txBody>
          <a:bodyPr>
            <a:normAutofit/>
          </a:bodyPr>
          <a:lstStyle/>
          <a:p>
            <a:pPr marL="452438" indent="-452438" fontAlgn="auto">
              <a:spcAft>
                <a:spcPts val="0"/>
              </a:spcAft>
              <a:buClr>
                <a:schemeClr val="accent3"/>
              </a:buClr>
              <a:buFont typeface="Wingdings 2"/>
              <a:buChar char=""/>
              <a:defRPr/>
            </a:pPr>
            <a:r>
              <a:rPr lang="es-PE" sz="2800" i="1" dirty="0" smtClean="0">
                <a:latin typeface="BellGothic BT" pitchFamily="34" charset="0"/>
              </a:rPr>
              <a:t>Elegir campos específicos de tablas diferentes</a:t>
            </a:r>
          </a:p>
          <a:p>
            <a:pPr marL="452438" indent="-452438" fontAlgn="auto">
              <a:spcAft>
                <a:spcPts val="0"/>
              </a:spcAft>
              <a:buClr>
                <a:schemeClr val="accent3"/>
              </a:buClr>
              <a:buFont typeface="Wingdings 2"/>
              <a:buChar char=""/>
              <a:defRPr/>
            </a:pPr>
            <a:r>
              <a:rPr lang="es-PE" sz="2800" i="1" dirty="0" smtClean="0">
                <a:latin typeface="BellGothic BT" pitchFamily="34" charset="0"/>
              </a:rPr>
              <a:t>Seleccionar datos utilizando distintos criterios </a:t>
            </a:r>
          </a:p>
          <a:p>
            <a:pPr marL="452438" indent="-452438" fontAlgn="auto">
              <a:spcAft>
                <a:spcPts val="0"/>
              </a:spcAft>
              <a:buClr>
                <a:schemeClr val="accent3"/>
              </a:buClr>
              <a:buFont typeface="Wingdings 2"/>
              <a:buChar char=""/>
              <a:defRPr/>
            </a:pPr>
            <a:r>
              <a:rPr lang="es-PE" sz="2800" i="1" dirty="0" smtClean="0">
                <a:latin typeface="BellGothic BT" pitchFamily="34" charset="0"/>
              </a:rPr>
              <a:t>Mostrar las datos en diferente orden</a:t>
            </a:r>
          </a:p>
          <a:p>
            <a:pPr marL="452438" indent="-452438" fontAlgn="auto">
              <a:spcAft>
                <a:spcPts val="0"/>
              </a:spcAft>
              <a:buClr>
                <a:schemeClr val="accent3"/>
              </a:buClr>
              <a:buFont typeface="Wingdings 2"/>
              <a:buChar char=""/>
              <a:defRPr/>
            </a:pPr>
            <a:r>
              <a:rPr lang="es-PE" sz="2800" i="1" dirty="0" smtClean="0">
                <a:latin typeface="BellGothic BT" pitchFamily="34" charset="0"/>
              </a:rPr>
              <a:t>Obtener datos de varias tablas simultáneamente</a:t>
            </a:r>
          </a:p>
          <a:p>
            <a:pPr marL="452438" indent="-452438" fontAlgn="auto">
              <a:spcAft>
                <a:spcPts val="0"/>
              </a:spcAft>
              <a:buClr>
                <a:schemeClr val="accent3"/>
              </a:buClr>
              <a:buFont typeface="Wingdings 2"/>
              <a:buChar char=""/>
              <a:defRPr/>
            </a:pPr>
            <a:r>
              <a:rPr lang="es-PE" sz="2800" i="1" dirty="0" smtClean="0">
                <a:latin typeface="BellGothic BT" pitchFamily="34" charset="0"/>
              </a:rPr>
              <a:t>Calcular totales </a:t>
            </a:r>
          </a:p>
          <a:p>
            <a:pPr marL="452438" indent="-452438" fontAlgn="auto">
              <a:spcAft>
                <a:spcPts val="0"/>
              </a:spcAft>
              <a:buClr>
                <a:schemeClr val="accent3"/>
              </a:buClr>
              <a:buFont typeface="Wingdings 2"/>
              <a:buChar char=""/>
              <a:defRPr/>
            </a:pPr>
            <a:r>
              <a:rPr lang="es-PE" sz="2800" i="1" dirty="0" smtClean="0">
                <a:latin typeface="BellGothic BT" pitchFamily="34" charset="0"/>
              </a:rPr>
              <a:t>Crear otras consultas, formularios e informes</a:t>
            </a:r>
          </a:p>
          <a:p>
            <a:pPr marL="274320" indent="-274320" eaLnBrk="1" fontAlgn="auto" hangingPunct="1">
              <a:spcAft>
                <a:spcPts val="0"/>
              </a:spcAft>
              <a:buClr>
                <a:schemeClr val="accent3"/>
              </a:buClr>
              <a:buFont typeface="Wingdings 2"/>
              <a:buChar char=""/>
              <a:defRPr/>
            </a:pPr>
            <a:endParaRPr lang="es-MX" dirty="0"/>
          </a:p>
        </p:txBody>
      </p:sp>
      <p:sp>
        <p:nvSpPr>
          <p:cNvPr id="4" name="3 Explosión 1"/>
          <p:cNvSpPr/>
          <p:nvPr/>
        </p:nvSpPr>
        <p:spPr>
          <a:xfrm>
            <a:off x="8028384" y="5877272"/>
            <a:ext cx="504056" cy="57606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571500" y="500063"/>
            <a:ext cx="8229600" cy="1143000"/>
          </a:xfrm>
        </p:spPr>
        <p:txBody>
          <a:bodyPr/>
          <a:lstStyle/>
          <a:p>
            <a:pPr eaLnBrk="1" hangingPunct="1"/>
            <a:r>
              <a:rPr lang="es-MX" smtClean="0"/>
              <a:t>Diseño de Bases de Datos</a:t>
            </a:r>
          </a:p>
        </p:txBody>
      </p:sp>
      <p:sp>
        <p:nvSpPr>
          <p:cNvPr id="26627" name="Content Placeholder 2"/>
          <p:cNvSpPr>
            <a:spLocks noGrp="1"/>
          </p:cNvSpPr>
          <p:nvPr>
            <p:ph idx="1"/>
          </p:nvPr>
        </p:nvSpPr>
        <p:spPr>
          <a:xfrm>
            <a:off x="457200" y="1428750"/>
            <a:ext cx="8258175" cy="4895850"/>
          </a:xfrm>
        </p:spPr>
        <p:txBody>
          <a:bodyPr/>
          <a:lstStyle/>
          <a:p>
            <a:pPr eaLnBrk="1" hangingPunct="1">
              <a:buFont typeface="Wingdings 2" pitchFamily="18" charset="2"/>
              <a:buNone/>
            </a:pPr>
            <a:r>
              <a:rPr lang="es-MX" smtClean="0"/>
              <a:t> </a:t>
            </a:r>
          </a:p>
        </p:txBody>
      </p:sp>
      <p:pic>
        <p:nvPicPr>
          <p:cNvPr id="26628" name="Picture 3" descr="pensando.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7250" y="1785938"/>
            <a:ext cx="6572250" cy="483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Explosión 1"/>
          <p:cNvSpPr/>
          <p:nvPr/>
        </p:nvSpPr>
        <p:spPr>
          <a:xfrm>
            <a:off x="8028384" y="5877272"/>
            <a:ext cx="504056" cy="57606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eaLnBrk="1" hangingPunct="1"/>
            <a:r>
              <a:rPr lang="es-MX" sz="4000" smtClean="0"/>
              <a:t>Diseñe y documente su base de datos</a:t>
            </a:r>
          </a:p>
        </p:txBody>
      </p:sp>
      <p:sp>
        <p:nvSpPr>
          <p:cNvPr id="27651" name="Content Placeholder 2"/>
          <p:cNvSpPr>
            <a:spLocks noGrp="1"/>
          </p:cNvSpPr>
          <p:nvPr>
            <p:ph idx="1"/>
          </p:nvPr>
        </p:nvSpPr>
        <p:spPr/>
        <p:txBody>
          <a:bodyPr/>
          <a:lstStyle/>
          <a:p>
            <a:pPr eaLnBrk="1" hangingPunct="1"/>
            <a:r>
              <a:rPr lang="es-MX" smtClean="0"/>
              <a:t>Las mejores herramientas del diseñador son </a:t>
            </a:r>
            <a:r>
              <a:rPr lang="es-MX" smtClean="0">
                <a:solidFill>
                  <a:srgbClr val="FF0000"/>
                </a:solidFill>
              </a:rPr>
              <a:t>lápiz y papel </a:t>
            </a:r>
          </a:p>
          <a:p>
            <a:pPr eaLnBrk="1" hangingPunct="1"/>
            <a:r>
              <a:rPr lang="es-MX" smtClean="0"/>
              <a:t>Es importante planificar lo que se va a hacer antes de sentarse a programar, para evitar cometer errores</a:t>
            </a:r>
          </a:p>
          <a:p>
            <a:pPr eaLnBrk="1" hangingPunct="1"/>
            <a:r>
              <a:rPr lang="es-MX" smtClean="0"/>
              <a:t> Si usted no medita lo que va a hacer a menudo tendrá que empezar de nuevo</a:t>
            </a:r>
          </a:p>
          <a:p>
            <a:pPr eaLnBrk="1" hangingPunct="1"/>
            <a:r>
              <a:rPr lang="es-MX" smtClean="0"/>
              <a:t>Documente lo que está haciendo. En pocos meses ya no recordará los detalles del proyecto.</a:t>
            </a:r>
            <a:br>
              <a:rPr lang="es-MX" smtClean="0"/>
            </a:br>
            <a:endParaRPr lang="es-MX" smtClean="0"/>
          </a:p>
          <a:p>
            <a:pPr eaLnBrk="1" hangingPunct="1"/>
            <a:endParaRPr lang="es-MX"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s-ES" i="1" smtClean="0"/>
              <a:t>Determinar el propósito:</a:t>
            </a:r>
            <a:endParaRPr lang="es-MX" smtClean="0"/>
          </a:p>
        </p:txBody>
      </p:sp>
      <p:sp>
        <p:nvSpPr>
          <p:cNvPr id="3" name="Content Placeholder 2"/>
          <p:cNvSpPr>
            <a:spLocks noGrp="1"/>
          </p:cNvSpPr>
          <p:nvPr>
            <p:ph idx="1"/>
          </p:nvPr>
        </p:nvSpPr>
        <p:spPr/>
        <p:txBody>
          <a:bodyPr>
            <a:normAutofit/>
          </a:bodyPr>
          <a:lstStyle/>
          <a:p>
            <a:pPr marL="274320" indent="-274320" eaLnBrk="1" fontAlgn="auto" hangingPunct="1">
              <a:spcAft>
                <a:spcPts val="0"/>
              </a:spcAft>
              <a:buClr>
                <a:schemeClr val="accent3"/>
              </a:buClr>
              <a:buFont typeface="Wingdings 2"/>
              <a:buChar char=""/>
              <a:defRPr/>
            </a:pPr>
            <a:r>
              <a:rPr lang="es-ES" b="1" i="1" dirty="0" smtClean="0">
                <a:solidFill>
                  <a:srgbClr val="FF0000"/>
                </a:solidFill>
              </a:rPr>
              <a:t>Saber para qué vamos a utilizar la base  de datos</a:t>
            </a:r>
            <a:r>
              <a:rPr lang="es-ES" b="1" dirty="0" smtClean="0">
                <a:solidFill>
                  <a:srgbClr val="FF0000"/>
                </a:solidFill>
              </a:rPr>
              <a:t> </a:t>
            </a:r>
            <a:endParaRPr lang="es-MX" b="1" dirty="0" smtClean="0">
              <a:solidFill>
                <a:srgbClr val="FF0000"/>
              </a:solidFill>
            </a:endParaRPr>
          </a:p>
          <a:p>
            <a:pPr marL="274320" indent="-274320" eaLnBrk="1" fontAlgn="auto" hangingPunct="1">
              <a:spcAft>
                <a:spcPts val="0"/>
              </a:spcAft>
              <a:buClr>
                <a:schemeClr val="accent3"/>
              </a:buClr>
              <a:buFont typeface="Wingdings 2"/>
              <a:buChar char=""/>
              <a:defRPr/>
            </a:pPr>
            <a:r>
              <a:rPr lang="es-ES" dirty="0" smtClean="0">
                <a:solidFill>
                  <a:schemeClr val="tx2">
                    <a:lumMod val="75000"/>
                  </a:schemeClr>
                </a:solidFill>
              </a:rPr>
              <a:t>Análisis de la información que vamos a procesar: Cuales son los datos con los que vamos a trabajar.</a:t>
            </a:r>
            <a:endParaRPr lang="es-MX" dirty="0" smtClean="0">
              <a:solidFill>
                <a:schemeClr val="tx2">
                  <a:lumMod val="75000"/>
                </a:schemeClr>
              </a:solidFill>
            </a:endParaRPr>
          </a:p>
          <a:p>
            <a:pPr marL="274320" indent="-274320" eaLnBrk="1" fontAlgn="auto" hangingPunct="1">
              <a:spcAft>
                <a:spcPts val="0"/>
              </a:spcAft>
              <a:buClr>
                <a:schemeClr val="accent3"/>
              </a:buClr>
              <a:buFont typeface="Wingdings 2"/>
              <a:buChar char=""/>
              <a:defRPr/>
            </a:pPr>
            <a:r>
              <a:rPr lang="es-ES" dirty="0" smtClean="0">
                <a:solidFill>
                  <a:schemeClr val="tx2">
                    <a:lumMod val="75000"/>
                  </a:schemeClr>
                </a:solidFill>
              </a:rPr>
              <a:t>Comparar con la información ya existente (hojas de pedidos,  facturas, etc. si la base de datos se crea sobre datos  existentes)</a:t>
            </a:r>
            <a:endParaRPr lang="es-MX" dirty="0" smtClean="0">
              <a:solidFill>
                <a:schemeClr val="tx2">
                  <a:lumMod val="75000"/>
                </a:schemeClr>
              </a:solidFill>
            </a:endParaRPr>
          </a:p>
          <a:p>
            <a:pPr marL="274320" indent="-274320" eaLnBrk="1" fontAlgn="auto" hangingPunct="1">
              <a:spcAft>
                <a:spcPts val="0"/>
              </a:spcAft>
              <a:buClr>
                <a:schemeClr val="accent3"/>
              </a:buClr>
              <a:buFont typeface="Wingdings 2"/>
              <a:buChar char=""/>
              <a:defRPr/>
            </a:pPr>
            <a:r>
              <a:rPr lang="es-ES" dirty="0" smtClean="0">
                <a:solidFill>
                  <a:schemeClr val="tx2">
                    <a:lumMod val="75000"/>
                  </a:schemeClr>
                </a:solidFill>
              </a:rPr>
              <a:t>Pensar en el usuario medio: Saber quién la va a utilizar, y  la forma que le será más fácil para manejar los datos.</a:t>
            </a:r>
            <a:endParaRPr lang="es-MX" dirty="0" smtClean="0">
              <a:solidFill>
                <a:schemeClr val="tx2">
                  <a:lumMod val="75000"/>
                </a:schemeClr>
              </a:solidFill>
            </a:endParaRPr>
          </a:p>
          <a:p>
            <a:pPr marL="274320" indent="-274320" eaLnBrk="1" fontAlgn="auto" hangingPunct="1">
              <a:spcAft>
                <a:spcPts val="0"/>
              </a:spcAft>
              <a:buClr>
                <a:schemeClr val="accent3"/>
              </a:buClr>
              <a:buFont typeface="Wingdings 2"/>
              <a:buChar char=""/>
              <a:defRPr/>
            </a:pPr>
            <a:endParaRPr lang="es-MX"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algn="ctr" eaLnBrk="1" hangingPunct="1"/>
            <a:r>
              <a:rPr lang="es-ES" i="1" smtClean="0"/>
              <a:t>Determinar las tablas.</a:t>
            </a:r>
            <a:r>
              <a:rPr lang="es-ES" smtClean="0"/>
              <a:t> </a:t>
            </a:r>
            <a:endParaRPr lang="es-MX" smtClean="0"/>
          </a:p>
        </p:txBody>
      </p:sp>
      <p:sp>
        <p:nvSpPr>
          <p:cNvPr id="29699" name="Content Placeholder 2"/>
          <p:cNvSpPr>
            <a:spLocks noGrp="1"/>
          </p:cNvSpPr>
          <p:nvPr>
            <p:ph idx="1"/>
          </p:nvPr>
        </p:nvSpPr>
        <p:spPr>
          <a:xfrm>
            <a:off x="457200" y="1935163"/>
            <a:ext cx="8329613" cy="4389437"/>
          </a:xfrm>
        </p:spPr>
        <p:txBody>
          <a:bodyPr/>
          <a:lstStyle/>
          <a:p>
            <a:pPr eaLnBrk="1" hangingPunct="1"/>
            <a:r>
              <a:rPr lang="es-ES" sz="3600" smtClean="0">
                <a:solidFill>
                  <a:srgbClr val="FF0000"/>
                </a:solidFill>
              </a:rPr>
              <a:t>Separar los datos por temas:  </a:t>
            </a:r>
            <a:r>
              <a:rPr lang="es-ES" sz="3600" smtClean="0"/>
              <a:t>Los datos a utilizar los  separaremos de la forma más específica que podamos, para que a la  hora  de buscar cualquiera de ellos, sepamos exactamente dónde encontrarlos.</a:t>
            </a:r>
            <a:endParaRPr lang="es-MX" sz="3600" smtClean="0"/>
          </a:p>
          <a:p>
            <a:pPr eaLnBrk="1" hangingPunct="1">
              <a:buFont typeface="Wingdings 2" pitchFamily="18" charset="2"/>
              <a:buNone/>
            </a:pPr>
            <a:endParaRPr lang="es-MX" smtClean="0"/>
          </a:p>
        </p:txBody>
      </p:sp>
      <p:sp>
        <p:nvSpPr>
          <p:cNvPr id="4" name="3 Explosión 1"/>
          <p:cNvSpPr/>
          <p:nvPr/>
        </p:nvSpPr>
        <p:spPr>
          <a:xfrm>
            <a:off x="8028384" y="5877272"/>
            <a:ext cx="504056" cy="57606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algn="ctr" eaLnBrk="1" hangingPunct="1"/>
            <a:r>
              <a:rPr lang="es-ES" i="1" smtClean="0"/>
              <a:t>Determinar las tablas.</a:t>
            </a:r>
            <a:r>
              <a:rPr lang="es-ES" smtClean="0"/>
              <a:t> </a:t>
            </a:r>
            <a:endParaRPr lang="es-MX" smtClean="0"/>
          </a:p>
        </p:txBody>
      </p:sp>
      <p:sp>
        <p:nvSpPr>
          <p:cNvPr id="30723" name="Content Placeholder 2"/>
          <p:cNvSpPr>
            <a:spLocks noGrp="1"/>
          </p:cNvSpPr>
          <p:nvPr>
            <p:ph idx="1"/>
          </p:nvPr>
        </p:nvSpPr>
        <p:spPr/>
        <p:txBody>
          <a:bodyPr/>
          <a:lstStyle/>
          <a:p>
            <a:pPr eaLnBrk="1" hangingPunct="1"/>
            <a:r>
              <a:rPr lang="es-ES" sz="3200" smtClean="0">
                <a:solidFill>
                  <a:srgbClr val="FF0000"/>
                </a:solidFill>
              </a:rPr>
              <a:t>Evitar duplicar información</a:t>
            </a:r>
            <a:r>
              <a:rPr lang="es-ES" sz="3200" smtClean="0"/>
              <a:t>: No repetir datos de  unas tablas en otras (especificar las relaciones entre tablas).</a:t>
            </a:r>
            <a:endParaRPr lang="es-MX" sz="3200" smtClean="0"/>
          </a:p>
          <a:p>
            <a:pPr eaLnBrk="1" hangingPunct="1"/>
            <a:r>
              <a:rPr lang="es-ES" sz="3200" smtClean="0">
                <a:solidFill>
                  <a:srgbClr val="FF0000"/>
                </a:solidFill>
              </a:rPr>
              <a:t>Incluir toda la información necesaria: </a:t>
            </a:r>
            <a:r>
              <a:rPr lang="es-ES" sz="3200" smtClean="0"/>
              <a:t>Ver que se incluya  en la base de datos toda la información que necesitemos a la hora  de trabajar con la base de datos, (no llenarla de información innecesaria).</a:t>
            </a:r>
            <a:endParaRPr lang="es-MX" sz="3200" smtClean="0"/>
          </a:p>
          <a:p>
            <a:pPr eaLnBrk="1" hangingPunct="1"/>
            <a:endParaRPr lang="es-MX" smtClean="0"/>
          </a:p>
        </p:txBody>
      </p:sp>
      <p:sp>
        <p:nvSpPr>
          <p:cNvPr id="4" name="3 Explosión 1"/>
          <p:cNvSpPr/>
          <p:nvPr/>
        </p:nvSpPr>
        <p:spPr>
          <a:xfrm>
            <a:off x="8028384" y="5877272"/>
            <a:ext cx="504056" cy="57606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pPr eaLnBrk="1" hangingPunct="1"/>
            <a:r>
              <a:rPr lang="es-MX" smtClean="0"/>
              <a:t>Preguntas que hacer</a:t>
            </a:r>
          </a:p>
        </p:txBody>
      </p:sp>
      <p:sp>
        <p:nvSpPr>
          <p:cNvPr id="6" name="Content Placeholder 5"/>
          <p:cNvSpPr>
            <a:spLocks noGrp="1"/>
          </p:cNvSpPr>
          <p:nvPr>
            <p:ph idx="1"/>
          </p:nvPr>
        </p:nvSpPr>
        <p:spPr/>
        <p:txBody>
          <a:bodyPr>
            <a:normAutofit lnSpcReduction="10000"/>
          </a:bodyPr>
          <a:lstStyle/>
          <a:p>
            <a:pPr marL="274320" indent="-274320" eaLnBrk="1" fontAlgn="auto" hangingPunct="1">
              <a:spcAft>
                <a:spcPts val="0"/>
              </a:spcAft>
              <a:buClr>
                <a:schemeClr val="accent3"/>
              </a:buClr>
              <a:buFont typeface="Wingdings 2"/>
              <a:buChar char=""/>
              <a:defRPr/>
            </a:pPr>
            <a:r>
              <a:rPr lang="es-MX" dirty="0" smtClean="0"/>
              <a:t/>
            </a:r>
            <a:br>
              <a:rPr lang="es-MX" dirty="0" smtClean="0"/>
            </a:br>
            <a:r>
              <a:rPr lang="es-MX" dirty="0" smtClean="0"/>
              <a:t> </a:t>
            </a:r>
            <a:r>
              <a:rPr lang="es-MX" b="1" dirty="0" smtClean="0"/>
              <a:t>¿Qué tengo? </a:t>
            </a:r>
            <a:r>
              <a:rPr lang="es-MX" dirty="0" smtClean="0"/>
              <a:t/>
            </a:r>
            <a:br>
              <a:rPr lang="es-MX" dirty="0" smtClean="0"/>
            </a:br>
            <a:r>
              <a:rPr lang="es-MX" dirty="0" smtClean="0"/>
              <a:t>- (Entradas) </a:t>
            </a:r>
            <a:br>
              <a:rPr lang="es-MX" dirty="0" smtClean="0"/>
            </a:br>
            <a:r>
              <a:rPr lang="es-MX" dirty="0" smtClean="0"/>
              <a:t/>
            </a:r>
            <a:br>
              <a:rPr lang="es-MX" dirty="0" smtClean="0"/>
            </a:br>
            <a:r>
              <a:rPr lang="es-MX" dirty="0" smtClean="0"/>
              <a:t> </a:t>
            </a:r>
            <a:r>
              <a:rPr lang="es-MX" b="1" dirty="0" smtClean="0"/>
              <a:t>¿Qué quiero? </a:t>
            </a:r>
            <a:r>
              <a:rPr lang="es-MX" dirty="0" smtClean="0"/>
              <a:t/>
            </a:r>
            <a:br>
              <a:rPr lang="es-MX" dirty="0" smtClean="0"/>
            </a:br>
            <a:r>
              <a:rPr lang="es-MX" dirty="0" smtClean="0"/>
              <a:t>- (Resultados) </a:t>
            </a:r>
            <a:br>
              <a:rPr lang="es-MX" dirty="0" smtClean="0"/>
            </a:br>
            <a:r>
              <a:rPr lang="es-MX" dirty="0" smtClean="0"/>
              <a:t/>
            </a:r>
            <a:br>
              <a:rPr lang="es-MX" dirty="0" smtClean="0"/>
            </a:br>
            <a:r>
              <a:rPr lang="es-MX" dirty="0" smtClean="0"/>
              <a:t> </a:t>
            </a:r>
            <a:r>
              <a:rPr lang="es-MX" b="1" dirty="0" smtClean="0"/>
              <a:t>¿Qué tengo que hacer para llegar allí? </a:t>
            </a:r>
            <a:r>
              <a:rPr lang="es-MX" dirty="0" smtClean="0"/>
              <a:t/>
            </a:r>
            <a:br>
              <a:rPr lang="es-MX" dirty="0" smtClean="0"/>
            </a:br>
            <a:r>
              <a:rPr lang="es-MX" dirty="0" smtClean="0"/>
              <a:t>- (Proceso) </a:t>
            </a:r>
            <a:br>
              <a:rPr lang="es-MX" dirty="0" smtClean="0"/>
            </a:br>
            <a:r>
              <a:rPr lang="es-MX" dirty="0" smtClean="0"/>
              <a:t/>
            </a:r>
            <a:br>
              <a:rPr lang="es-MX" dirty="0" smtClean="0"/>
            </a:br>
            <a:r>
              <a:rPr lang="es-MX" dirty="0" smtClean="0"/>
              <a:t> </a:t>
            </a:r>
            <a:r>
              <a:rPr lang="es-MX" b="1" dirty="0" smtClean="0"/>
              <a:t>¿Cómo voy a construirlo? </a:t>
            </a:r>
            <a:r>
              <a:rPr lang="es-MX" dirty="0" smtClean="0"/>
              <a:t/>
            </a:r>
            <a:br>
              <a:rPr lang="es-MX" dirty="0" smtClean="0"/>
            </a:br>
            <a:r>
              <a:rPr lang="es-MX" dirty="0" smtClean="0"/>
              <a:t>- (Aplicación / Programa)</a:t>
            </a:r>
            <a:endParaRPr lang="es-MX" dirty="0"/>
          </a:p>
        </p:txBody>
      </p:sp>
      <p:pic>
        <p:nvPicPr>
          <p:cNvPr id="31748" name="Picture 6" descr="preguntas-frecuentes.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286500" y="928688"/>
            <a:ext cx="2381250"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Explosión 1"/>
          <p:cNvSpPr/>
          <p:nvPr/>
        </p:nvSpPr>
        <p:spPr>
          <a:xfrm>
            <a:off x="8028384" y="5877272"/>
            <a:ext cx="504056" cy="57606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s-MX" smtClean="0"/>
              <a:t>Opciones de Bases de Datos</a:t>
            </a:r>
          </a:p>
        </p:txBody>
      </p:sp>
      <p:graphicFrame>
        <p:nvGraphicFramePr>
          <p:cNvPr id="4" name="Content Placeholder 3"/>
          <p:cNvGraphicFramePr>
            <a:graphicFrameLocks noGrp="1"/>
          </p:cNvGraphicFramePr>
          <p:nvPr>
            <p:ph idx="1"/>
          </p:nvPr>
        </p:nvGraphicFramePr>
        <p:xfrm>
          <a:off x="457200" y="1935163"/>
          <a:ext cx="8229600" cy="3494088"/>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873522">
                <a:tc>
                  <a:txBody>
                    <a:bodyPr/>
                    <a:lstStyle/>
                    <a:p>
                      <a:pPr algn="ctr">
                        <a:lnSpc>
                          <a:spcPct val="115000"/>
                        </a:lnSpc>
                      </a:pPr>
                      <a:endParaRPr lang="es-MX" sz="2000" dirty="0">
                        <a:latin typeface="Calibri"/>
                      </a:endParaRPr>
                    </a:p>
                  </a:txBody>
                  <a:tcPr anchor="ctr"/>
                </a:tc>
                <a:tc>
                  <a:txBody>
                    <a:bodyPr/>
                    <a:lstStyle/>
                    <a:p>
                      <a:pPr marL="0" marR="0" algn="ctr">
                        <a:lnSpc>
                          <a:spcPct val="115000"/>
                        </a:lnSpc>
                        <a:spcBef>
                          <a:spcPts val="0"/>
                        </a:spcBef>
                        <a:spcAft>
                          <a:spcPts val="1000"/>
                        </a:spcAft>
                      </a:pPr>
                      <a:r>
                        <a:rPr lang="en-US" sz="2000" b="1" dirty="0" err="1">
                          <a:latin typeface="Calibri"/>
                          <a:ea typeface="Times New Roman"/>
                          <a:cs typeface="Times New Roman"/>
                        </a:rPr>
                        <a:t>Programas</a:t>
                      </a:r>
                      <a:r>
                        <a:rPr lang="en-US" sz="2000" b="1" dirty="0">
                          <a:latin typeface="Calibri"/>
                          <a:ea typeface="Times New Roman"/>
                          <a:cs typeface="Times New Roman"/>
                        </a:rPr>
                        <a:t> </a:t>
                      </a:r>
                      <a:r>
                        <a:rPr lang="en-US" sz="2000" b="1" dirty="0" err="1">
                          <a:latin typeface="Calibri"/>
                          <a:ea typeface="Times New Roman"/>
                          <a:cs typeface="Times New Roman"/>
                        </a:rPr>
                        <a:t>generales</a:t>
                      </a:r>
                      <a:r>
                        <a:rPr lang="en-US" sz="2000" b="1" dirty="0">
                          <a:latin typeface="Calibri"/>
                          <a:ea typeface="Times New Roman"/>
                          <a:cs typeface="Times New Roman"/>
                        </a:rPr>
                        <a:t> </a:t>
                      </a:r>
                      <a:endParaRPr lang="es-MX" sz="2000" dirty="0">
                        <a:latin typeface="Calibri"/>
                        <a:ea typeface="Times New Roman"/>
                        <a:cs typeface="Times New Roman"/>
                      </a:endParaRPr>
                    </a:p>
                  </a:txBody>
                  <a:tcPr anchor="ctr"/>
                </a:tc>
                <a:tc>
                  <a:txBody>
                    <a:bodyPr/>
                    <a:lstStyle/>
                    <a:p>
                      <a:pPr marL="0" marR="0" algn="ctr">
                        <a:lnSpc>
                          <a:spcPct val="115000"/>
                        </a:lnSpc>
                        <a:spcBef>
                          <a:spcPts val="0"/>
                        </a:spcBef>
                        <a:spcAft>
                          <a:spcPts val="1000"/>
                        </a:spcAft>
                      </a:pPr>
                      <a:r>
                        <a:rPr lang="en-US" sz="2000" b="1" dirty="0">
                          <a:latin typeface="Calibri"/>
                          <a:ea typeface="Times New Roman"/>
                          <a:cs typeface="Times New Roman"/>
                        </a:rPr>
                        <a:t>Microsoft Excel </a:t>
                      </a:r>
                      <a:endParaRPr lang="es-MX" sz="2000" dirty="0">
                        <a:latin typeface="Calibri"/>
                        <a:ea typeface="Times New Roman"/>
                        <a:cs typeface="Times New Roman"/>
                      </a:endParaRPr>
                    </a:p>
                  </a:txBody>
                  <a:tcPr anchor="ctr"/>
                </a:tc>
                <a:tc>
                  <a:txBody>
                    <a:bodyPr/>
                    <a:lstStyle/>
                    <a:p>
                      <a:pPr marL="0" marR="0" algn="ctr">
                        <a:lnSpc>
                          <a:spcPct val="115000"/>
                        </a:lnSpc>
                        <a:spcBef>
                          <a:spcPts val="0"/>
                        </a:spcBef>
                        <a:spcAft>
                          <a:spcPts val="1000"/>
                        </a:spcAft>
                      </a:pPr>
                      <a:r>
                        <a:rPr lang="en-US" sz="2000" b="1">
                          <a:latin typeface="Calibri"/>
                          <a:ea typeface="Times New Roman"/>
                          <a:cs typeface="Times New Roman"/>
                        </a:rPr>
                        <a:t>Microsoft Access </a:t>
                      </a:r>
                      <a:endParaRPr lang="es-MX" sz="2000">
                        <a:latin typeface="Calibri"/>
                        <a:ea typeface="Times New Roman"/>
                        <a:cs typeface="Times New Roman"/>
                      </a:endParaRPr>
                    </a:p>
                  </a:txBody>
                  <a:tcPr anchor="ctr"/>
                </a:tc>
                <a:tc>
                  <a:txBody>
                    <a:bodyPr/>
                    <a:lstStyle/>
                    <a:p>
                      <a:pPr marL="0" marR="0" algn="ctr">
                        <a:lnSpc>
                          <a:spcPct val="115000"/>
                        </a:lnSpc>
                        <a:spcBef>
                          <a:spcPts val="0"/>
                        </a:spcBef>
                        <a:spcAft>
                          <a:spcPts val="1000"/>
                        </a:spcAft>
                      </a:pPr>
                      <a:r>
                        <a:rPr lang="en-US" sz="2000" b="1">
                          <a:latin typeface="Calibri"/>
                          <a:ea typeface="Times New Roman"/>
                          <a:cs typeface="Times New Roman"/>
                        </a:rPr>
                        <a:t>Oracle/SQL </a:t>
                      </a:r>
                      <a:endParaRPr lang="es-MX" sz="2000">
                        <a:latin typeface="Calibri"/>
                        <a:ea typeface="Times New Roman"/>
                        <a:cs typeface="Times New Roman"/>
                      </a:endParaRPr>
                    </a:p>
                  </a:txBody>
                  <a:tcPr anchor="ctr"/>
                </a:tc>
              </a:tr>
              <a:tr h="873522">
                <a:tc>
                  <a:txBody>
                    <a:bodyPr/>
                    <a:lstStyle/>
                    <a:p>
                      <a:pPr marL="0" marR="0" algn="ctr">
                        <a:lnSpc>
                          <a:spcPct val="115000"/>
                        </a:lnSpc>
                        <a:spcBef>
                          <a:spcPts val="0"/>
                        </a:spcBef>
                        <a:spcAft>
                          <a:spcPts val="1000"/>
                        </a:spcAft>
                      </a:pPr>
                      <a:r>
                        <a:rPr lang="en-US" sz="2000" b="1">
                          <a:latin typeface="Calibri"/>
                          <a:ea typeface="Times New Roman"/>
                          <a:cs typeface="Times New Roman"/>
                        </a:rPr>
                        <a:t>Complejidad </a:t>
                      </a:r>
                      <a:endParaRPr lang="es-MX" sz="2000">
                        <a:latin typeface="Calibri"/>
                        <a:ea typeface="Times New Roman"/>
                        <a:cs typeface="Times New Roman"/>
                      </a:endParaRPr>
                    </a:p>
                  </a:txBody>
                  <a:tcPr anchor="ctr"/>
                </a:tc>
                <a:tc>
                  <a:txBody>
                    <a:bodyPr/>
                    <a:lstStyle/>
                    <a:p>
                      <a:pPr marL="0" marR="0" algn="ctr">
                        <a:lnSpc>
                          <a:spcPct val="115000"/>
                        </a:lnSpc>
                        <a:spcBef>
                          <a:spcPts val="0"/>
                        </a:spcBef>
                        <a:spcAft>
                          <a:spcPts val="1000"/>
                        </a:spcAft>
                      </a:pPr>
                      <a:r>
                        <a:rPr lang="en-US" sz="2000">
                          <a:latin typeface="Calibri"/>
                          <a:ea typeface="Times New Roman"/>
                          <a:cs typeface="Times New Roman"/>
                        </a:rPr>
                        <a:t>Basica </a:t>
                      </a:r>
                      <a:endParaRPr lang="es-MX" sz="2000">
                        <a:latin typeface="Calibri"/>
                        <a:ea typeface="Times New Roman"/>
                        <a:cs typeface="Times New Roman"/>
                      </a:endParaRPr>
                    </a:p>
                  </a:txBody>
                  <a:tcPr anchor="ctr"/>
                </a:tc>
                <a:tc>
                  <a:txBody>
                    <a:bodyPr/>
                    <a:lstStyle/>
                    <a:p>
                      <a:pPr marL="0" marR="0" algn="ctr">
                        <a:lnSpc>
                          <a:spcPct val="115000"/>
                        </a:lnSpc>
                        <a:spcBef>
                          <a:spcPts val="0"/>
                        </a:spcBef>
                        <a:spcAft>
                          <a:spcPts val="1000"/>
                        </a:spcAft>
                      </a:pPr>
                      <a:r>
                        <a:rPr lang="en-US" sz="2000" dirty="0" err="1">
                          <a:latin typeface="Calibri"/>
                          <a:ea typeface="Times New Roman"/>
                          <a:cs typeface="Times New Roman"/>
                        </a:rPr>
                        <a:t>Intermedia</a:t>
                      </a:r>
                      <a:r>
                        <a:rPr lang="en-US" sz="2000" dirty="0">
                          <a:latin typeface="Calibri"/>
                          <a:ea typeface="Times New Roman"/>
                          <a:cs typeface="Times New Roman"/>
                        </a:rPr>
                        <a:t> </a:t>
                      </a:r>
                      <a:endParaRPr lang="es-MX" sz="2000" dirty="0">
                        <a:latin typeface="Calibri"/>
                        <a:ea typeface="Times New Roman"/>
                        <a:cs typeface="Times New Roman"/>
                      </a:endParaRPr>
                    </a:p>
                  </a:txBody>
                  <a:tcPr anchor="ctr"/>
                </a:tc>
                <a:tc>
                  <a:txBody>
                    <a:bodyPr/>
                    <a:lstStyle/>
                    <a:p>
                      <a:pPr marL="0" marR="0" algn="ctr">
                        <a:lnSpc>
                          <a:spcPct val="115000"/>
                        </a:lnSpc>
                        <a:spcBef>
                          <a:spcPts val="0"/>
                        </a:spcBef>
                        <a:spcAft>
                          <a:spcPts val="1000"/>
                        </a:spcAft>
                      </a:pPr>
                      <a:r>
                        <a:rPr lang="es-MX" sz="2000" dirty="0">
                          <a:latin typeface="Calibri"/>
                          <a:ea typeface="Times New Roman"/>
                          <a:cs typeface="Times New Roman"/>
                        </a:rPr>
                        <a:t>Alta</a:t>
                      </a:r>
                    </a:p>
                  </a:txBody>
                  <a:tcPr anchor="ctr"/>
                </a:tc>
                <a:tc>
                  <a:txBody>
                    <a:bodyPr/>
                    <a:lstStyle/>
                    <a:p>
                      <a:pPr marL="0" marR="0" algn="ctr">
                        <a:lnSpc>
                          <a:spcPct val="115000"/>
                        </a:lnSpc>
                        <a:spcBef>
                          <a:spcPts val="0"/>
                        </a:spcBef>
                        <a:spcAft>
                          <a:spcPts val="1000"/>
                        </a:spcAft>
                      </a:pPr>
                      <a:r>
                        <a:rPr lang="en-US" sz="2000">
                          <a:latin typeface="Calibri"/>
                          <a:ea typeface="Times New Roman"/>
                          <a:cs typeface="Times New Roman"/>
                        </a:rPr>
                        <a:t>Avanzada</a:t>
                      </a:r>
                      <a:endParaRPr lang="es-MX" sz="2000">
                        <a:latin typeface="Calibri"/>
                        <a:ea typeface="Times New Roman"/>
                        <a:cs typeface="Times New Roman"/>
                      </a:endParaRPr>
                    </a:p>
                  </a:txBody>
                  <a:tcPr anchor="ctr"/>
                </a:tc>
              </a:tr>
              <a:tr h="873522">
                <a:tc>
                  <a:txBody>
                    <a:bodyPr/>
                    <a:lstStyle/>
                    <a:p>
                      <a:pPr marL="0" marR="0" algn="ctr">
                        <a:lnSpc>
                          <a:spcPct val="115000"/>
                        </a:lnSpc>
                        <a:spcBef>
                          <a:spcPts val="0"/>
                        </a:spcBef>
                        <a:spcAft>
                          <a:spcPts val="1000"/>
                        </a:spcAft>
                      </a:pPr>
                      <a:r>
                        <a:rPr lang="en-US" sz="2000" b="1">
                          <a:latin typeface="Calibri"/>
                          <a:ea typeface="Times New Roman"/>
                          <a:cs typeface="Times New Roman"/>
                        </a:rPr>
                        <a:t># de  usuarios </a:t>
                      </a:r>
                      <a:endParaRPr lang="es-MX" sz="2000">
                        <a:latin typeface="Calibri"/>
                        <a:ea typeface="Times New Roman"/>
                        <a:cs typeface="Times New Roman"/>
                      </a:endParaRPr>
                    </a:p>
                  </a:txBody>
                  <a:tcPr anchor="ctr"/>
                </a:tc>
                <a:tc>
                  <a:txBody>
                    <a:bodyPr/>
                    <a:lstStyle/>
                    <a:p>
                      <a:pPr marL="0" marR="0" algn="ctr">
                        <a:lnSpc>
                          <a:spcPct val="115000"/>
                        </a:lnSpc>
                        <a:spcBef>
                          <a:spcPts val="0"/>
                        </a:spcBef>
                        <a:spcAft>
                          <a:spcPts val="1000"/>
                        </a:spcAft>
                      </a:pPr>
                      <a:r>
                        <a:rPr lang="en-US" sz="2000">
                          <a:latin typeface="Calibri"/>
                          <a:ea typeface="Times New Roman"/>
                          <a:cs typeface="Times New Roman"/>
                        </a:rPr>
                        <a:t>1 </a:t>
                      </a:r>
                      <a:endParaRPr lang="es-MX" sz="2000">
                        <a:latin typeface="Calibri"/>
                        <a:ea typeface="Times New Roman"/>
                        <a:cs typeface="Times New Roman"/>
                      </a:endParaRPr>
                    </a:p>
                  </a:txBody>
                  <a:tcPr anchor="ctr"/>
                </a:tc>
                <a:tc>
                  <a:txBody>
                    <a:bodyPr/>
                    <a:lstStyle/>
                    <a:p>
                      <a:pPr marL="0" marR="0" algn="ctr">
                        <a:lnSpc>
                          <a:spcPct val="115000"/>
                        </a:lnSpc>
                        <a:spcBef>
                          <a:spcPts val="0"/>
                        </a:spcBef>
                        <a:spcAft>
                          <a:spcPts val="1000"/>
                        </a:spcAft>
                      </a:pPr>
                      <a:r>
                        <a:rPr lang="en-US" sz="2000">
                          <a:latin typeface="Calibri"/>
                          <a:ea typeface="Times New Roman"/>
                          <a:cs typeface="Times New Roman"/>
                        </a:rPr>
                        <a:t>1 </a:t>
                      </a:r>
                      <a:endParaRPr lang="es-MX" sz="2000">
                        <a:latin typeface="Calibri"/>
                        <a:ea typeface="Times New Roman"/>
                        <a:cs typeface="Times New Roman"/>
                      </a:endParaRPr>
                    </a:p>
                  </a:txBody>
                  <a:tcPr anchor="ctr"/>
                </a:tc>
                <a:tc>
                  <a:txBody>
                    <a:bodyPr/>
                    <a:lstStyle/>
                    <a:p>
                      <a:pPr marL="0" marR="0" algn="ctr">
                        <a:lnSpc>
                          <a:spcPct val="115000"/>
                        </a:lnSpc>
                        <a:spcBef>
                          <a:spcPts val="0"/>
                        </a:spcBef>
                        <a:spcAft>
                          <a:spcPts val="1000"/>
                        </a:spcAft>
                      </a:pPr>
                      <a:r>
                        <a:rPr lang="en-US" sz="2000" dirty="0" smtClean="0">
                          <a:latin typeface="Calibri"/>
                          <a:ea typeface="Times New Roman"/>
                          <a:cs typeface="Times New Roman"/>
                        </a:rPr>
                        <a:t>Multiples </a:t>
                      </a:r>
                      <a:endParaRPr lang="es-MX" sz="2000" dirty="0">
                        <a:latin typeface="Calibri"/>
                        <a:ea typeface="Times New Roman"/>
                        <a:cs typeface="Times New Roman"/>
                      </a:endParaRPr>
                    </a:p>
                  </a:txBody>
                  <a:tcPr anchor="ctr"/>
                </a:tc>
                <a:tc>
                  <a:txBody>
                    <a:bodyPr/>
                    <a:lstStyle/>
                    <a:p>
                      <a:pPr marL="0" marR="0" algn="ctr">
                        <a:lnSpc>
                          <a:spcPct val="115000"/>
                        </a:lnSpc>
                        <a:spcBef>
                          <a:spcPts val="0"/>
                        </a:spcBef>
                        <a:spcAft>
                          <a:spcPts val="1000"/>
                        </a:spcAft>
                      </a:pPr>
                      <a:r>
                        <a:rPr lang="en-US" sz="2000">
                          <a:latin typeface="Calibri"/>
                          <a:ea typeface="Times New Roman"/>
                          <a:cs typeface="Times New Roman"/>
                        </a:rPr>
                        <a:t>Multiples </a:t>
                      </a:r>
                      <a:endParaRPr lang="es-MX" sz="2000">
                        <a:latin typeface="Calibri"/>
                        <a:ea typeface="Times New Roman"/>
                        <a:cs typeface="Times New Roman"/>
                      </a:endParaRPr>
                    </a:p>
                  </a:txBody>
                  <a:tcPr anchor="ctr"/>
                </a:tc>
              </a:tr>
              <a:tr h="873522">
                <a:tc>
                  <a:txBody>
                    <a:bodyPr/>
                    <a:lstStyle/>
                    <a:p>
                      <a:pPr marL="0" marR="0" algn="ctr">
                        <a:lnSpc>
                          <a:spcPct val="115000"/>
                        </a:lnSpc>
                        <a:spcBef>
                          <a:spcPts val="0"/>
                        </a:spcBef>
                        <a:spcAft>
                          <a:spcPts val="1000"/>
                        </a:spcAft>
                      </a:pPr>
                      <a:r>
                        <a:rPr lang="en-US" sz="2000" b="1">
                          <a:latin typeface="Calibri"/>
                          <a:ea typeface="Times New Roman"/>
                          <a:cs typeface="Times New Roman"/>
                        </a:rPr>
                        <a:t>Multiples Tablas </a:t>
                      </a:r>
                      <a:endParaRPr lang="es-MX" sz="2000">
                        <a:latin typeface="Calibri"/>
                        <a:ea typeface="Times New Roman"/>
                        <a:cs typeface="Times New Roman"/>
                      </a:endParaRPr>
                    </a:p>
                  </a:txBody>
                  <a:tcPr anchor="ctr"/>
                </a:tc>
                <a:tc>
                  <a:txBody>
                    <a:bodyPr/>
                    <a:lstStyle/>
                    <a:p>
                      <a:pPr marL="0" marR="0" algn="ctr">
                        <a:lnSpc>
                          <a:spcPct val="115000"/>
                        </a:lnSpc>
                        <a:spcBef>
                          <a:spcPts val="0"/>
                        </a:spcBef>
                        <a:spcAft>
                          <a:spcPts val="1000"/>
                        </a:spcAft>
                      </a:pPr>
                      <a:r>
                        <a:rPr lang="en-US" sz="2000">
                          <a:latin typeface="Calibri"/>
                          <a:ea typeface="Times New Roman"/>
                          <a:cs typeface="Times New Roman"/>
                        </a:rPr>
                        <a:t>No </a:t>
                      </a:r>
                      <a:endParaRPr lang="es-MX" sz="2000">
                        <a:latin typeface="Calibri"/>
                        <a:ea typeface="Times New Roman"/>
                        <a:cs typeface="Times New Roman"/>
                      </a:endParaRPr>
                    </a:p>
                  </a:txBody>
                  <a:tcPr anchor="ctr"/>
                </a:tc>
                <a:tc>
                  <a:txBody>
                    <a:bodyPr/>
                    <a:lstStyle/>
                    <a:p>
                      <a:pPr marL="0" marR="0" algn="ctr">
                        <a:lnSpc>
                          <a:spcPct val="115000"/>
                        </a:lnSpc>
                        <a:spcBef>
                          <a:spcPts val="0"/>
                        </a:spcBef>
                        <a:spcAft>
                          <a:spcPts val="1000"/>
                        </a:spcAft>
                      </a:pPr>
                      <a:r>
                        <a:rPr lang="en-US" sz="2000">
                          <a:latin typeface="Calibri"/>
                          <a:ea typeface="Times New Roman"/>
                          <a:cs typeface="Times New Roman"/>
                        </a:rPr>
                        <a:t>No </a:t>
                      </a:r>
                      <a:endParaRPr lang="es-MX" sz="2000">
                        <a:latin typeface="Calibri"/>
                        <a:ea typeface="Times New Roman"/>
                        <a:cs typeface="Times New Roman"/>
                      </a:endParaRPr>
                    </a:p>
                  </a:txBody>
                  <a:tcPr anchor="ctr"/>
                </a:tc>
                <a:tc>
                  <a:txBody>
                    <a:bodyPr/>
                    <a:lstStyle/>
                    <a:p>
                      <a:pPr marL="0" marR="0" algn="ctr">
                        <a:lnSpc>
                          <a:spcPct val="115000"/>
                        </a:lnSpc>
                        <a:spcBef>
                          <a:spcPts val="0"/>
                        </a:spcBef>
                        <a:spcAft>
                          <a:spcPts val="1000"/>
                        </a:spcAft>
                      </a:pPr>
                      <a:r>
                        <a:rPr lang="en-US" sz="2000">
                          <a:latin typeface="Calibri"/>
                          <a:ea typeface="Times New Roman"/>
                          <a:cs typeface="Times New Roman"/>
                        </a:rPr>
                        <a:t>Si </a:t>
                      </a:r>
                      <a:endParaRPr lang="es-MX" sz="2000">
                        <a:latin typeface="Calibri"/>
                        <a:ea typeface="Times New Roman"/>
                        <a:cs typeface="Times New Roman"/>
                      </a:endParaRPr>
                    </a:p>
                  </a:txBody>
                  <a:tcPr anchor="ctr"/>
                </a:tc>
                <a:tc>
                  <a:txBody>
                    <a:bodyPr/>
                    <a:lstStyle/>
                    <a:p>
                      <a:pPr marL="0" marR="0" algn="ctr">
                        <a:lnSpc>
                          <a:spcPct val="115000"/>
                        </a:lnSpc>
                        <a:spcBef>
                          <a:spcPts val="0"/>
                        </a:spcBef>
                        <a:spcAft>
                          <a:spcPts val="1000"/>
                        </a:spcAft>
                      </a:pPr>
                      <a:r>
                        <a:rPr lang="en-US" sz="2000" dirty="0">
                          <a:latin typeface="Calibri"/>
                          <a:ea typeface="Times New Roman"/>
                          <a:cs typeface="Times New Roman"/>
                        </a:rPr>
                        <a:t>Si </a:t>
                      </a:r>
                      <a:endParaRPr lang="es-MX" sz="2000" dirty="0">
                        <a:latin typeface="Calibri"/>
                        <a:ea typeface="Times New Roman"/>
                        <a:cs typeface="Times New Roman"/>
                      </a:endParaRPr>
                    </a:p>
                  </a:txBody>
                  <a:tcPr anchor="ctr"/>
                </a:tc>
              </a:tr>
            </a:tbl>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s-MX" sz="4000" smtClean="0"/>
              <a:t>¿Qué es una base de datos relacional? </a:t>
            </a:r>
          </a:p>
        </p:txBody>
      </p:sp>
      <p:sp>
        <p:nvSpPr>
          <p:cNvPr id="3" name="Content Placeholder 2"/>
          <p:cNvSpPr>
            <a:spLocks noGrp="1"/>
          </p:cNvSpPr>
          <p:nvPr>
            <p:ph idx="1"/>
          </p:nvPr>
        </p:nvSpPr>
        <p:spPr/>
        <p:txBody>
          <a:bodyPr>
            <a:normAutofit fontScale="92500" lnSpcReduction="20000"/>
          </a:bodyPr>
          <a:lstStyle/>
          <a:p>
            <a:pPr marL="274320" indent="-274320" eaLnBrk="1" fontAlgn="auto" hangingPunct="1">
              <a:spcAft>
                <a:spcPts val="0"/>
              </a:spcAft>
              <a:buClr>
                <a:schemeClr val="accent3"/>
              </a:buClr>
              <a:buFont typeface="Wingdings 2"/>
              <a:buNone/>
              <a:defRPr/>
            </a:pPr>
            <a:r>
              <a:rPr lang="es-MX" dirty="0" smtClean="0"/>
              <a:t/>
            </a:r>
            <a:br>
              <a:rPr lang="es-MX" dirty="0" smtClean="0"/>
            </a:br>
            <a:r>
              <a:rPr lang="es-MX" dirty="0" smtClean="0"/>
              <a:t> Una base de datos relacional es una colección de tablas de datos, interconectadas entre si, a las que se puede acceder de muchas maneras diferentes sin tener que reorganizar las tablas. </a:t>
            </a:r>
          </a:p>
          <a:p>
            <a:pPr marL="274320" indent="-274320" eaLnBrk="1" fontAlgn="auto" hangingPunct="1">
              <a:spcAft>
                <a:spcPts val="0"/>
              </a:spcAft>
              <a:buClr>
                <a:schemeClr val="accent3"/>
              </a:buClr>
              <a:buFont typeface="Wingdings 2"/>
              <a:buNone/>
              <a:defRPr/>
            </a:pPr>
            <a:r>
              <a:rPr lang="es-MX" dirty="0" smtClean="0"/>
              <a:t> </a:t>
            </a:r>
          </a:p>
          <a:p>
            <a:pPr indent="-7938" eaLnBrk="1" fontAlgn="auto" hangingPunct="1">
              <a:spcAft>
                <a:spcPts val="0"/>
              </a:spcAft>
              <a:buClr>
                <a:schemeClr val="accent3"/>
              </a:buClr>
              <a:buFont typeface="Wingdings 2"/>
              <a:buNone/>
              <a:defRPr/>
            </a:pPr>
            <a:r>
              <a:rPr lang="es-MX" dirty="0" smtClean="0">
                <a:solidFill>
                  <a:srgbClr val="002060"/>
                </a:solidFill>
              </a:rPr>
              <a:t>Una vez que las relaciones se crean, las tablas pueden proporcionarnos la información relacionada, para encontrar por ejemplo</a:t>
            </a:r>
            <a:r>
              <a:rPr lang="es-MX" dirty="0" smtClean="0">
                <a:solidFill>
                  <a:srgbClr val="002060"/>
                </a:solidFill>
              </a:rPr>
              <a:t>:</a:t>
            </a:r>
          </a:p>
          <a:p>
            <a:pPr indent="-7938" eaLnBrk="1" fontAlgn="auto" hangingPunct="1">
              <a:spcAft>
                <a:spcPts val="0"/>
              </a:spcAft>
              <a:buClr>
                <a:schemeClr val="accent3"/>
              </a:buClr>
              <a:buFont typeface="Wingdings 2"/>
              <a:buNone/>
              <a:defRPr/>
            </a:pPr>
            <a:endParaRPr lang="es-MX" dirty="0" smtClean="0">
              <a:solidFill>
                <a:srgbClr val="002060"/>
              </a:solidFill>
            </a:endParaRPr>
          </a:p>
          <a:p>
            <a:pPr marL="274320" indent="-274320" eaLnBrk="1" fontAlgn="auto" hangingPunct="1">
              <a:spcAft>
                <a:spcPts val="0"/>
              </a:spcAft>
              <a:buClr>
                <a:schemeClr val="accent3"/>
              </a:buClr>
              <a:buFont typeface="Wingdings 2"/>
              <a:buChar char=""/>
              <a:defRPr/>
            </a:pPr>
            <a:r>
              <a:rPr lang="es-MX" b="1" dirty="0" smtClean="0">
                <a:solidFill>
                  <a:srgbClr val="FF0000"/>
                </a:solidFill>
              </a:rPr>
              <a:t>¿Cuáles son los estudiantes en una materia?</a:t>
            </a:r>
          </a:p>
          <a:p>
            <a:pPr marL="274320" indent="-274320" eaLnBrk="1" fontAlgn="auto" hangingPunct="1">
              <a:spcAft>
                <a:spcPts val="0"/>
              </a:spcAft>
              <a:buClr>
                <a:schemeClr val="accent3"/>
              </a:buClr>
              <a:buFont typeface="Wingdings 2"/>
              <a:buChar char=""/>
              <a:defRPr/>
            </a:pPr>
            <a:r>
              <a:rPr lang="es-MX" b="1" dirty="0" smtClean="0">
                <a:solidFill>
                  <a:srgbClr val="FF0000"/>
                </a:solidFill>
              </a:rPr>
              <a:t>¿Cuál es la calificación de un estudiante?</a:t>
            </a:r>
          </a:p>
          <a:p>
            <a:pPr marL="274320" indent="-274320" eaLnBrk="1" fontAlgn="auto" hangingPunct="1">
              <a:spcAft>
                <a:spcPts val="0"/>
              </a:spcAft>
              <a:buClr>
                <a:schemeClr val="accent3"/>
              </a:buClr>
              <a:buFont typeface="Wingdings 2"/>
              <a:buChar char=""/>
              <a:defRPr/>
            </a:pPr>
            <a:r>
              <a:rPr lang="es-MX" b="1" dirty="0" smtClean="0">
                <a:solidFill>
                  <a:srgbClr val="FF0000"/>
                </a:solidFill>
              </a:rPr>
              <a:t>¿Cuántos estudiantes reprobaron?</a:t>
            </a:r>
          </a:p>
          <a:p>
            <a:pPr marL="274320" indent="-274320" eaLnBrk="1" fontAlgn="auto" hangingPunct="1">
              <a:spcAft>
                <a:spcPts val="0"/>
              </a:spcAft>
              <a:buClr>
                <a:schemeClr val="accent3"/>
              </a:buClr>
              <a:buFont typeface="Wingdings 2"/>
              <a:buChar char=""/>
              <a:defRPr/>
            </a:pPr>
            <a:endParaRPr lang="es-MX" dirty="0"/>
          </a:p>
        </p:txBody>
      </p:sp>
      <p:sp>
        <p:nvSpPr>
          <p:cNvPr id="4" name="3 Explosión 1"/>
          <p:cNvSpPr/>
          <p:nvPr/>
        </p:nvSpPr>
        <p:spPr>
          <a:xfrm>
            <a:off x="8028384" y="5877272"/>
            <a:ext cx="504056" cy="57606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algn="ctr" eaLnBrk="1" hangingPunct="1"/>
            <a:r>
              <a:rPr lang="es-ES" i="1" smtClean="0"/>
              <a:t>Determinar los campos.</a:t>
            </a:r>
            <a:r>
              <a:rPr lang="es-ES" smtClean="0"/>
              <a:t> </a:t>
            </a:r>
            <a:endParaRPr lang="es-MX" smtClean="0"/>
          </a:p>
        </p:txBody>
      </p:sp>
      <p:sp>
        <p:nvSpPr>
          <p:cNvPr id="34819" name="Content Placeholder 2"/>
          <p:cNvSpPr>
            <a:spLocks noGrp="1"/>
          </p:cNvSpPr>
          <p:nvPr>
            <p:ph idx="1"/>
          </p:nvPr>
        </p:nvSpPr>
        <p:spPr>
          <a:xfrm>
            <a:off x="457200" y="1935163"/>
            <a:ext cx="8329613" cy="4389437"/>
          </a:xfrm>
        </p:spPr>
        <p:txBody>
          <a:bodyPr/>
          <a:lstStyle/>
          <a:p>
            <a:pPr eaLnBrk="1" hangingPunct="1"/>
            <a:r>
              <a:rPr lang="es-ES" sz="3200" smtClean="0"/>
              <a:t>Los campos han de ser específicos del tema de la tabla: </a:t>
            </a:r>
            <a:r>
              <a:rPr lang="es-ES" sz="3200" i="1" smtClean="0">
                <a:solidFill>
                  <a:srgbClr val="002060"/>
                </a:solidFill>
              </a:rPr>
              <a:t>Cada  tabla tendrá sus propios campos.</a:t>
            </a:r>
            <a:endParaRPr lang="es-MX" sz="3200" i="1" smtClean="0">
              <a:solidFill>
                <a:srgbClr val="002060"/>
              </a:solidFill>
            </a:endParaRPr>
          </a:p>
          <a:p>
            <a:pPr eaLnBrk="1" hangingPunct="1"/>
            <a:r>
              <a:rPr lang="es-ES" sz="3200" smtClean="0"/>
              <a:t>Debemos decidir cuál será el </a:t>
            </a:r>
            <a:r>
              <a:rPr lang="es-ES" sz="3200" smtClean="0">
                <a:solidFill>
                  <a:srgbClr val="FF0000"/>
                </a:solidFill>
              </a:rPr>
              <a:t>tipo </a:t>
            </a:r>
            <a:r>
              <a:rPr lang="es-ES" sz="3200" smtClean="0"/>
              <a:t>de cada campo de la tabla, ya que si nos equivocamos  al decidir su tipo, después podría  existir pérdida de datos de la tabla, al cambiar el tipo de  campo.</a:t>
            </a:r>
            <a:endParaRPr lang="es-MX" sz="3200" smtClean="0"/>
          </a:p>
          <a:p>
            <a:pPr eaLnBrk="1" hangingPunct="1"/>
            <a:endParaRPr lang="es-MX"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s-ES" smtClean="0"/>
              <a:t>Tipos de datos</a:t>
            </a:r>
            <a:endParaRPr lang="es-MX" smtClean="0"/>
          </a:p>
        </p:txBody>
      </p:sp>
      <p:sp>
        <p:nvSpPr>
          <p:cNvPr id="35843" name="Content Placeholder 2"/>
          <p:cNvSpPr>
            <a:spLocks noGrp="1"/>
          </p:cNvSpPr>
          <p:nvPr>
            <p:ph idx="1"/>
          </p:nvPr>
        </p:nvSpPr>
        <p:spPr/>
        <p:txBody>
          <a:bodyPr/>
          <a:lstStyle/>
          <a:p>
            <a:pPr eaLnBrk="1" hangingPunct="1"/>
            <a:r>
              <a:rPr lang="es-ES" b="1" dirty="0" smtClean="0">
                <a:solidFill>
                  <a:srgbClr val="C00000"/>
                </a:solidFill>
              </a:rPr>
              <a:t>Texto</a:t>
            </a:r>
            <a:r>
              <a:rPr lang="es-ES" dirty="0" smtClean="0"/>
              <a:t>: longitud </a:t>
            </a:r>
            <a:r>
              <a:rPr lang="es-ES" dirty="0" smtClean="0"/>
              <a:t>variables de caracteres</a:t>
            </a:r>
            <a:r>
              <a:rPr lang="es-ES" dirty="0" smtClean="0"/>
              <a:t>. </a:t>
            </a:r>
            <a:endParaRPr lang="es-MX" dirty="0" smtClean="0"/>
          </a:p>
          <a:p>
            <a:pPr eaLnBrk="1" hangingPunct="1"/>
            <a:r>
              <a:rPr lang="es-ES" b="1" dirty="0" smtClean="0">
                <a:solidFill>
                  <a:srgbClr val="C00000"/>
                </a:solidFill>
              </a:rPr>
              <a:t>Numéricos</a:t>
            </a:r>
            <a:r>
              <a:rPr lang="es-ES" dirty="0" smtClean="0"/>
              <a:t>: </a:t>
            </a:r>
            <a:r>
              <a:rPr lang="es-ES" dirty="0" smtClean="0"/>
              <a:t>longitud variables de dígitos con y sin decimal</a:t>
            </a:r>
            <a:r>
              <a:rPr lang="es-ES" dirty="0" smtClean="0"/>
              <a:t>. </a:t>
            </a:r>
            <a:endParaRPr lang="es-ES" dirty="0" smtClean="0"/>
          </a:p>
          <a:p>
            <a:pPr eaLnBrk="1" hangingPunct="1"/>
            <a:r>
              <a:rPr lang="es-ES" b="1" dirty="0" smtClean="0">
                <a:solidFill>
                  <a:srgbClr val="C00000"/>
                </a:solidFill>
              </a:rPr>
              <a:t>Fecha/Hora</a:t>
            </a:r>
            <a:r>
              <a:rPr lang="es-ES" dirty="0" smtClean="0"/>
              <a:t>: para la introducir fechas y horas </a:t>
            </a:r>
          </a:p>
          <a:p>
            <a:pPr eaLnBrk="1" hangingPunct="1"/>
            <a:r>
              <a:rPr lang="es-ES" b="1" dirty="0" smtClean="0">
                <a:solidFill>
                  <a:srgbClr val="C00000"/>
                </a:solidFill>
              </a:rPr>
              <a:t>Sí/No</a:t>
            </a:r>
            <a:r>
              <a:rPr lang="es-ES" dirty="0" smtClean="0"/>
              <a:t>: (Sí/No, Verdadero/Falso).</a:t>
            </a:r>
          </a:p>
          <a:p>
            <a:pPr eaLnBrk="1" hangingPunct="1"/>
            <a:endParaRPr lang="es-MX" dirty="0" smtClean="0"/>
          </a:p>
          <a:p>
            <a:pPr eaLnBrk="1" hangingPunct="1"/>
            <a:endParaRPr lang="es-MX" dirty="0" smtClean="0"/>
          </a:p>
          <a:p>
            <a:pPr eaLnBrk="1" hangingPunct="1"/>
            <a:endParaRPr lang="es-MX" dirty="0" smtClean="0"/>
          </a:p>
        </p:txBody>
      </p:sp>
      <p:sp>
        <p:nvSpPr>
          <p:cNvPr id="5" name="Slide Number Placeholder 4"/>
          <p:cNvSpPr>
            <a:spLocks noGrp="1"/>
          </p:cNvSpPr>
          <p:nvPr>
            <p:ph type="sldNum" sz="quarter" idx="12"/>
          </p:nvPr>
        </p:nvSpPr>
        <p:spPr/>
        <p:txBody>
          <a:bodyPr/>
          <a:lstStyle/>
          <a:p>
            <a:pPr>
              <a:defRPr/>
            </a:pPr>
            <a:fld id="{BA6CB1F3-4DB0-4922-8907-0984C597FE3F}" type="slidenum">
              <a:rPr lang="en-US"/>
              <a:pPr>
                <a:defRPr/>
              </a:pPr>
              <a:t>24</a:t>
            </a:fld>
            <a:endParaRPr lang="en-US"/>
          </a:p>
        </p:txBody>
      </p:sp>
      <p:sp>
        <p:nvSpPr>
          <p:cNvPr id="6" name="5 Explosión 1"/>
          <p:cNvSpPr/>
          <p:nvPr/>
        </p:nvSpPr>
        <p:spPr>
          <a:xfrm>
            <a:off x="8028384" y="5877272"/>
            <a:ext cx="504056" cy="57606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eaLnBrk="1" hangingPunct="1"/>
            <a:r>
              <a:rPr lang="es-ES" smtClean="0"/>
              <a:t>Tipos de datos Numéricos</a:t>
            </a:r>
            <a:endParaRPr lang="es-MX" smtClean="0"/>
          </a:p>
        </p:txBody>
      </p:sp>
      <p:sp>
        <p:nvSpPr>
          <p:cNvPr id="36867" name="Content Placeholder 2"/>
          <p:cNvSpPr>
            <a:spLocks noGrp="1"/>
          </p:cNvSpPr>
          <p:nvPr>
            <p:ph idx="1"/>
          </p:nvPr>
        </p:nvSpPr>
        <p:spPr/>
        <p:txBody>
          <a:bodyPr/>
          <a:lstStyle/>
          <a:p>
            <a:pPr eaLnBrk="1" hangingPunct="1">
              <a:lnSpc>
                <a:spcPct val="200000"/>
              </a:lnSpc>
            </a:pPr>
            <a:r>
              <a:rPr lang="es-ES" b="1" smtClean="0">
                <a:solidFill>
                  <a:srgbClr val="C00000"/>
                </a:solidFill>
              </a:rPr>
              <a:t>Entero</a:t>
            </a:r>
            <a:r>
              <a:rPr lang="es-ES" smtClean="0"/>
              <a:t> para valores enteros entre </a:t>
            </a:r>
            <a:r>
              <a:rPr lang="es-ES" smtClean="0">
                <a:sym typeface="Symbol" pitchFamily="18" charset="2"/>
              </a:rPr>
              <a:t></a:t>
            </a:r>
            <a:r>
              <a:rPr lang="es-ES" smtClean="0"/>
              <a:t> 32,000. </a:t>
            </a:r>
            <a:endParaRPr lang="es-MX" smtClean="0"/>
          </a:p>
          <a:p>
            <a:pPr eaLnBrk="1" hangingPunct="1">
              <a:lnSpc>
                <a:spcPct val="200000"/>
              </a:lnSpc>
            </a:pPr>
            <a:r>
              <a:rPr lang="es-ES" b="1" smtClean="0">
                <a:solidFill>
                  <a:srgbClr val="C00000"/>
                </a:solidFill>
              </a:rPr>
              <a:t>Entero largo</a:t>
            </a:r>
            <a:r>
              <a:rPr lang="es-ES" smtClean="0">
                <a:solidFill>
                  <a:srgbClr val="C00000"/>
                </a:solidFill>
              </a:rPr>
              <a:t> </a:t>
            </a:r>
            <a:r>
              <a:rPr lang="es-ES" smtClean="0"/>
              <a:t>valores enteros entre </a:t>
            </a:r>
            <a:r>
              <a:rPr lang="es-ES" smtClean="0">
                <a:sym typeface="Symbol" pitchFamily="18" charset="2"/>
              </a:rPr>
              <a:t></a:t>
            </a:r>
            <a:r>
              <a:rPr lang="es-ES" smtClean="0"/>
              <a:t> 2,000,000,000.</a:t>
            </a:r>
          </a:p>
          <a:p>
            <a:pPr eaLnBrk="1" hangingPunct="1">
              <a:lnSpc>
                <a:spcPct val="200000"/>
              </a:lnSpc>
            </a:pPr>
            <a:r>
              <a:rPr lang="es-ES" b="1" smtClean="0">
                <a:solidFill>
                  <a:srgbClr val="C00000"/>
                </a:solidFill>
              </a:rPr>
              <a:t>Simple</a:t>
            </a:r>
            <a:r>
              <a:rPr lang="es-ES" smtClean="0"/>
              <a:t> </a:t>
            </a:r>
            <a:r>
              <a:rPr lang="es-ES" sz="2200" smtClean="0"/>
              <a:t>(Números reales de precisión simple entre </a:t>
            </a:r>
            <a:r>
              <a:rPr lang="es-ES" sz="2200" smtClean="0">
                <a:sym typeface="Symbol" pitchFamily="18" charset="2"/>
              </a:rPr>
              <a:t> 1.4*10 </a:t>
            </a:r>
            <a:r>
              <a:rPr lang="es-ES" sz="2200" baseline="30000" smtClean="0">
                <a:sym typeface="Symbol" pitchFamily="18" charset="2"/>
              </a:rPr>
              <a:t>38</a:t>
            </a:r>
            <a:r>
              <a:rPr lang="es-ES" sz="2200" smtClean="0">
                <a:sym typeface="Symbol" pitchFamily="18" charset="2"/>
              </a:rPr>
              <a:t>)</a:t>
            </a:r>
          </a:p>
          <a:p>
            <a:pPr eaLnBrk="1" hangingPunct="1">
              <a:lnSpc>
                <a:spcPct val="200000"/>
              </a:lnSpc>
            </a:pPr>
            <a:r>
              <a:rPr lang="es-ES" sz="2400" b="1" smtClean="0">
                <a:solidFill>
                  <a:srgbClr val="C00000"/>
                </a:solidFill>
              </a:rPr>
              <a:t>Doble</a:t>
            </a:r>
            <a:r>
              <a:rPr lang="es-ES" sz="2400" b="1" smtClean="0"/>
              <a:t> </a:t>
            </a:r>
            <a:r>
              <a:rPr lang="es-ES" sz="2200" smtClean="0"/>
              <a:t>(Números reales de precisión doble entre </a:t>
            </a:r>
            <a:r>
              <a:rPr lang="es-ES" sz="2200" smtClean="0">
                <a:sym typeface="Symbol" pitchFamily="18" charset="2"/>
              </a:rPr>
              <a:t> 1.7*10 </a:t>
            </a:r>
            <a:r>
              <a:rPr lang="es-ES" sz="2200" baseline="30000" smtClean="0">
                <a:sym typeface="Symbol" pitchFamily="18" charset="2"/>
              </a:rPr>
              <a:t>308</a:t>
            </a:r>
            <a:r>
              <a:rPr lang="es-ES" sz="2200" smtClean="0">
                <a:sym typeface="Symbol" pitchFamily="18" charset="2"/>
              </a:rPr>
              <a:t>)</a:t>
            </a:r>
            <a:endParaRPr lang="es-MX" sz="2200" smtClean="0"/>
          </a:p>
          <a:p>
            <a:pPr eaLnBrk="1" hangingPunct="1">
              <a:lnSpc>
                <a:spcPct val="200000"/>
              </a:lnSpc>
            </a:pPr>
            <a:r>
              <a:rPr lang="es-ES" b="1" smtClean="0">
                <a:solidFill>
                  <a:srgbClr val="C00000"/>
                </a:solidFill>
              </a:rPr>
              <a:t>Moneda</a:t>
            </a:r>
            <a:r>
              <a:rPr lang="es-ES" smtClean="0"/>
              <a:t>: </a:t>
            </a:r>
            <a:r>
              <a:rPr lang="es-ES" sz="2000" smtClean="0"/>
              <a:t>(hasta 15 dígitos enteros y hasta 4 dígitos fraccionarios). </a:t>
            </a:r>
            <a:endParaRPr lang="es-MX" sz="2000" smtClean="0"/>
          </a:p>
          <a:p>
            <a:pPr eaLnBrk="1" hangingPunct="1"/>
            <a:endParaRPr lang="es-MX" smtClean="0"/>
          </a:p>
          <a:p>
            <a:pPr eaLnBrk="1" hangingPunct="1">
              <a:buFont typeface="Wingdings 2" pitchFamily="18" charset="2"/>
              <a:buNone/>
            </a:pPr>
            <a:endParaRPr lang="es-MX" smtClean="0"/>
          </a:p>
          <a:p>
            <a:pPr eaLnBrk="1" hangingPunct="1"/>
            <a:endParaRPr lang="es-MX" smtClean="0"/>
          </a:p>
        </p:txBody>
      </p:sp>
      <p:sp>
        <p:nvSpPr>
          <p:cNvPr id="5" name="Slide Number Placeholder 4"/>
          <p:cNvSpPr>
            <a:spLocks noGrp="1"/>
          </p:cNvSpPr>
          <p:nvPr>
            <p:ph type="sldNum" sz="quarter" idx="12"/>
          </p:nvPr>
        </p:nvSpPr>
        <p:spPr/>
        <p:txBody>
          <a:bodyPr/>
          <a:lstStyle/>
          <a:p>
            <a:pPr>
              <a:defRPr/>
            </a:pPr>
            <a:fld id="{BDB6AE56-0196-49E1-8B9F-5CE50774715F}" type="slidenum">
              <a:rPr lang="en-US"/>
              <a:pPr>
                <a:defRPr/>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eaLnBrk="1" hangingPunct="1"/>
            <a:r>
              <a:rPr lang="es-MX" smtClean="0"/>
              <a:t>Reglas básicas de diseño</a:t>
            </a:r>
          </a:p>
        </p:txBody>
      </p:sp>
      <p:sp>
        <p:nvSpPr>
          <p:cNvPr id="3" name="Content Placeholder 2"/>
          <p:cNvSpPr>
            <a:spLocks noGrp="1"/>
          </p:cNvSpPr>
          <p:nvPr>
            <p:ph idx="1"/>
          </p:nvPr>
        </p:nvSpPr>
        <p:spPr/>
        <p:txBody>
          <a:bodyPr>
            <a:normAutofit fontScale="92500"/>
          </a:bodyPr>
          <a:lstStyle/>
          <a:p>
            <a:pPr marL="274320" indent="-274320" eaLnBrk="1" fontAlgn="auto" hangingPunct="1">
              <a:spcAft>
                <a:spcPts val="0"/>
              </a:spcAft>
              <a:buClr>
                <a:schemeClr val="accent3"/>
              </a:buClr>
              <a:buFont typeface="Wingdings 2"/>
              <a:buChar char=""/>
              <a:defRPr/>
            </a:pPr>
            <a:r>
              <a:rPr lang="es-MX" b="1" dirty="0" smtClean="0"/>
              <a:t>Utilice nombres de campos únicos.</a:t>
            </a:r>
          </a:p>
          <a:p>
            <a:pPr marL="274320" indent="-274320" eaLnBrk="1" fontAlgn="auto" hangingPunct="1">
              <a:spcAft>
                <a:spcPts val="0"/>
              </a:spcAft>
              <a:buClr>
                <a:schemeClr val="accent3"/>
              </a:buClr>
              <a:buFont typeface="Wingdings 2"/>
              <a:buChar char=""/>
              <a:defRPr/>
            </a:pPr>
            <a:endParaRPr lang="es-MX" dirty="0" smtClean="0"/>
          </a:p>
          <a:p>
            <a:pPr marL="274320" indent="-274320" eaLnBrk="1" fontAlgn="auto" hangingPunct="1">
              <a:spcAft>
                <a:spcPts val="0"/>
              </a:spcAft>
              <a:buClr>
                <a:schemeClr val="accent3"/>
              </a:buClr>
              <a:buFont typeface="Wingdings 2"/>
              <a:buNone/>
              <a:defRPr/>
            </a:pPr>
            <a:r>
              <a:rPr lang="es-MX" dirty="0" smtClean="0"/>
              <a:t>Tabla  </a:t>
            </a:r>
            <a:r>
              <a:rPr lang="es-MX" dirty="0" smtClean="0">
                <a:solidFill>
                  <a:srgbClr val="FF0000"/>
                </a:solidFill>
              </a:rPr>
              <a:t>DOCTORES                    </a:t>
            </a:r>
            <a:r>
              <a:rPr lang="es-MX" dirty="0" smtClean="0"/>
              <a:t> Tabla     </a:t>
            </a:r>
            <a:r>
              <a:rPr lang="es-MX" dirty="0" smtClean="0">
                <a:solidFill>
                  <a:srgbClr val="FF0000"/>
                </a:solidFill>
              </a:rPr>
              <a:t>PACIENTES</a:t>
            </a:r>
          </a:p>
          <a:p>
            <a:pPr marL="274320" indent="-274320" eaLnBrk="1" fontAlgn="auto" hangingPunct="1">
              <a:spcAft>
                <a:spcPts val="0"/>
              </a:spcAft>
              <a:buClr>
                <a:schemeClr val="accent3"/>
              </a:buClr>
              <a:buFont typeface="Wingdings 2"/>
              <a:buNone/>
              <a:defRPr/>
            </a:pPr>
            <a:endParaRPr lang="es-MX" dirty="0" smtClean="0">
              <a:solidFill>
                <a:srgbClr val="FF0000"/>
              </a:solidFill>
            </a:endParaRPr>
          </a:p>
          <a:p>
            <a:pPr marL="274320" indent="-274320" eaLnBrk="1" fontAlgn="auto" hangingPunct="1">
              <a:spcAft>
                <a:spcPts val="0"/>
              </a:spcAft>
              <a:buClr>
                <a:schemeClr val="accent3"/>
              </a:buClr>
              <a:buFont typeface="Wingdings 2"/>
              <a:buNone/>
              <a:defRPr/>
            </a:pPr>
            <a:endParaRPr lang="es-MX" dirty="0" smtClean="0">
              <a:solidFill>
                <a:srgbClr val="FF0000"/>
              </a:solidFill>
            </a:endParaRPr>
          </a:p>
          <a:p>
            <a:pPr marL="274320" indent="-274320" eaLnBrk="1" fontAlgn="auto" hangingPunct="1">
              <a:spcAft>
                <a:spcPts val="0"/>
              </a:spcAft>
              <a:buClr>
                <a:schemeClr val="accent3"/>
              </a:buClr>
              <a:buFont typeface="Wingdings 2"/>
              <a:buNone/>
              <a:defRPr/>
            </a:pPr>
            <a:endParaRPr lang="es-MX" dirty="0" smtClean="0">
              <a:solidFill>
                <a:srgbClr val="FF0000"/>
              </a:solidFill>
            </a:endParaRPr>
          </a:p>
          <a:p>
            <a:pPr marL="274320" indent="-274320" eaLnBrk="1" fontAlgn="auto" hangingPunct="1">
              <a:spcAft>
                <a:spcPts val="0"/>
              </a:spcAft>
              <a:buClr>
                <a:schemeClr val="accent3"/>
              </a:buClr>
              <a:buFont typeface="Wingdings 2"/>
              <a:buNone/>
              <a:defRPr/>
            </a:pPr>
            <a:endParaRPr lang="es-MX" dirty="0" smtClean="0">
              <a:solidFill>
                <a:srgbClr val="FF0000"/>
              </a:solidFill>
            </a:endParaRPr>
          </a:p>
          <a:p>
            <a:pPr marL="274320" indent="-274320" eaLnBrk="1" fontAlgn="auto" hangingPunct="1">
              <a:spcAft>
                <a:spcPts val="0"/>
              </a:spcAft>
              <a:buClr>
                <a:schemeClr val="accent3"/>
              </a:buClr>
              <a:buFont typeface="Wingdings 2"/>
              <a:buNone/>
              <a:defRPr/>
            </a:pPr>
            <a:endParaRPr lang="es-MX" dirty="0" smtClean="0">
              <a:solidFill>
                <a:srgbClr val="FF0000"/>
              </a:solidFill>
            </a:endParaRPr>
          </a:p>
          <a:p>
            <a:pPr marL="274320" indent="-274320" eaLnBrk="1" fontAlgn="auto" hangingPunct="1">
              <a:spcAft>
                <a:spcPts val="0"/>
              </a:spcAft>
              <a:buClr>
                <a:schemeClr val="accent3"/>
              </a:buClr>
              <a:buFont typeface="Wingdings 2"/>
              <a:buNone/>
              <a:defRPr/>
            </a:pPr>
            <a:r>
              <a:rPr lang="es-MX" dirty="0" smtClean="0"/>
              <a:t>Al utilizar los mismos nombres de campos en varias partes de la base de datos fácilmente podemos confundirlos</a:t>
            </a:r>
          </a:p>
          <a:p>
            <a:pPr marL="274320" indent="-274320" eaLnBrk="1" fontAlgn="auto" hangingPunct="1">
              <a:spcAft>
                <a:spcPts val="0"/>
              </a:spcAft>
              <a:buClr>
                <a:schemeClr val="accent3"/>
              </a:buClr>
              <a:buFont typeface="Wingdings 2"/>
              <a:buNone/>
              <a:defRPr/>
            </a:pPr>
            <a:endParaRPr lang="es-MX" dirty="0">
              <a:solidFill>
                <a:srgbClr val="FF0000"/>
              </a:solidFill>
            </a:endParaRPr>
          </a:p>
        </p:txBody>
      </p:sp>
      <p:graphicFrame>
        <p:nvGraphicFramePr>
          <p:cNvPr id="4" name="Table 3"/>
          <p:cNvGraphicFramePr>
            <a:graphicFrameLocks noGrp="1"/>
          </p:cNvGraphicFramePr>
          <p:nvPr/>
        </p:nvGraphicFramePr>
        <p:xfrm>
          <a:off x="500063" y="3286125"/>
          <a:ext cx="3143250" cy="1482724"/>
        </p:xfrm>
        <a:graphic>
          <a:graphicData uri="http://schemas.openxmlformats.org/drawingml/2006/table">
            <a:tbl>
              <a:tblPr firstRow="1" bandRow="1">
                <a:tableStyleId>{5C22544A-7EE6-4342-B048-85BDC9FD1C3A}</a:tableStyleId>
              </a:tblPr>
              <a:tblGrid>
                <a:gridCol w="1285875"/>
                <a:gridCol w="1857375"/>
              </a:tblGrid>
              <a:tr h="370681">
                <a:tc>
                  <a:txBody>
                    <a:bodyPr/>
                    <a:lstStyle/>
                    <a:p>
                      <a:r>
                        <a:rPr lang="es-MX" sz="1800" dirty="0" smtClean="0"/>
                        <a:t>Nombre</a:t>
                      </a:r>
                      <a:endParaRPr lang="es-MX" sz="1800" dirty="0"/>
                    </a:p>
                  </a:txBody>
                  <a:tcPr marL="91439" marR="91439" marT="45700" marB="45700"/>
                </a:tc>
                <a:tc>
                  <a:txBody>
                    <a:bodyPr/>
                    <a:lstStyle/>
                    <a:p>
                      <a:r>
                        <a:rPr lang="es-MX" sz="1800" dirty="0" smtClean="0"/>
                        <a:t>Apellido</a:t>
                      </a:r>
                      <a:endParaRPr lang="es-MX" sz="1800" dirty="0"/>
                    </a:p>
                  </a:txBody>
                  <a:tcPr marL="91439" marR="91439" marT="45700" marB="45700"/>
                </a:tc>
              </a:tr>
              <a:tr h="370681">
                <a:tc>
                  <a:txBody>
                    <a:bodyPr/>
                    <a:lstStyle/>
                    <a:p>
                      <a:r>
                        <a:rPr lang="es-MX" sz="1800" dirty="0" smtClean="0"/>
                        <a:t>Jorge</a:t>
                      </a:r>
                      <a:endParaRPr lang="es-MX" sz="1800" dirty="0"/>
                    </a:p>
                  </a:txBody>
                  <a:tcPr marL="91439" marR="91439" marT="45700" marB="45700"/>
                </a:tc>
                <a:tc>
                  <a:txBody>
                    <a:bodyPr/>
                    <a:lstStyle/>
                    <a:p>
                      <a:r>
                        <a:rPr lang="es-MX" sz="1800" dirty="0" smtClean="0"/>
                        <a:t>López</a:t>
                      </a:r>
                      <a:endParaRPr lang="es-MX" sz="1800" dirty="0"/>
                    </a:p>
                  </a:txBody>
                  <a:tcPr marL="91439" marR="91439" marT="45700" marB="45700"/>
                </a:tc>
              </a:tr>
              <a:tr h="370681">
                <a:tc>
                  <a:txBody>
                    <a:bodyPr/>
                    <a:lstStyle/>
                    <a:p>
                      <a:r>
                        <a:rPr lang="es-MX" sz="1800" dirty="0" smtClean="0"/>
                        <a:t>Juan</a:t>
                      </a:r>
                      <a:endParaRPr lang="es-MX" sz="1800" dirty="0"/>
                    </a:p>
                  </a:txBody>
                  <a:tcPr marL="91439" marR="91439" marT="45700" marB="45700"/>
                </a:tc>
                <a:tc>
                  <a:txBody>
                    <a:bodyPr/>
                    <a:lstStyle/>
                    <a:p>
                      <a:r>
                        <a:rPr lang="es-MX" sz="1800" dirty="0" smtClean="0"/>
                        <a:t>Pérez</a:t>
                      </a:r>
                      <a:endParaRPr lang="es-MX" sz="1800" dirty="0"/>
                    </a:p>
                  </a:txBody>
                  <a:tcPr marL="91439" marR="91439" marT="45700" marB="45700"/>
                </a:tc>
              </a:tr>
              <a:tr h="370681">
                <a:tc>
                  <a:txBody>
                    <a:bodyPr/>
                    <a:lstStyle/>
                    <a:p>
                      <a:r>
                        <a:rPr lang="es-MX" sz="1800" dirty="0" smtClean="0"/>
                        <a:t>Luis</a:t>
                      </a:r>
                      <a:endParaRPr lang="es-MX" sz="1800" dirty="0"/>
                    </a:p>
                  </a:txBody>
                  <a:tcPr marL="91439" marR="91439" marT="45700" marB="45700"/>
                </a:tc>
                <a:tc>
                  <a:txBody>
                    <a:bodyPr/>
                    <a:lstStyle/>
                    <a:p>
                      <a:r>
                        <a:rPr lang="es-MX" sz="1800" dirty="0" smtClean="0"/>
                        <a:t>Gómez</a:t>
                      </a:r>
                      <a:endParaRPr lang="es-MX" sz="1800" dirty="0"/>
                    </a:p>
                  </a:txBody>
                  <a:tcPr marL="91439" marR="91439" marT="45700" marB="45700"/>
                </a:tc>
              </a:tr>
            </a:tbl>
          </a:graphicData>
        </a:graphic>
      </p:graphicFrame>
      <p:graphicFrame>
        <p:nvGraphicFramePr>
          <p:cNvPr id="5" name="Table 4"/>
          <p:cNvGraphicFramePr>
            <a:graphicFrameLocks noGrp="1"/>
          </p:cNvGraphicFramePr>
          <p:nvPr/>
        </p:nvGraphicFramePr>
        <p:xfrm>
          <a:off x="4714875" y="3286125"/>
          <a:ext cx="3143250" cy="2225676"/>
        </p:xfrm>
        <a:graphic>
          <a:graphicData uri="http://schemas.openxmlformats.org/drawingml/2006/table">
            <a:tbl>
              <a:tblPr firstRow="1" bandRow="1">
                <a:tableStyleId>{5C22544A-7EE6-4342-B048-85BDC9FD1C3A}</a:tableStyleId>
              </a:tblPr>
              <a:tblGrid>
                <a:gridCol w="1285875"/>
                <a:gridCol w="1857375"/>
              </a:tblGrid>
              <a:tr h="370946">
                <a:tc>
                  <a:txBody>
                    <a:bodyPr/>
                    <a:lstStyle/>
                    <a:p>
                      <a:r>
                        <a:rPr lang="es-MX" sz="1800" dirty="0" smtClean="0"/>
                        <a:t>Nombre</a:t>
                      </a:r>
                      <a:endParaRPr lang="es-MX" sz="1800" dirty="0"/>
                    </a:p>
                  </a:txBody>
                  <a:tcPr marL="91439" marR="91439" marT="45733" marB="45733"/>
                </a:tc>
                <a:tc>
                  <a:txBody>
                    <a:bodyPr/>
                    <a:lstStyle/>
                    <a:p>
                      <a:r>
                        <a:rPr lang="es-MX" sz="1800" dirty="0" smtClean="0"/>
                        <a:t>Apellido</a:t>
                      </a:r>
                      <a:endParaRPr lang="es-MX" sz="1800" dirty="0"/>
                    </a:p>
                  </a:txBody>
                  <a:tcPr marL="91439" marR="91439" marT="45733" marB="45733"/>
                </a:tc>
              </a:tr>
              <a:tr h="370946">
                <a:tc>
                  <a:txBody>
                    <a:bodyPr/>
                    <a:lstStyle/>
                    <a:p>
                      <a:r>
                        <a:rPr lang="es-MX" sz="1800" dirty="0" smtClean="0"/>
                        <a:t>Ana</a:t>
                      </a:r>
                      <a:endParaRPr lang="es-MX" sz="1800" dirty="0"/>
                    </a:p>
                  </a:txBody>
                  <a:tcPr marL="91439" marR="91439" marT="45733" marB="45733"/>
                </a:tc>
                <a:tc>
                  <a:txBody>
                    <a:bodyPr/>
                    <a:lstStyle/>
                    <a:p>
                      <a:r>
                        <a:rPr lang="es-MX" sz="1800" dirty="0" smtClean="0"/>
                        <a:t>Díaz</a:t>
                      </a:r>
                      <a:endParaRPr lang="es-MX" sz="1800" dirty="0"/>
                    </a:p>
                  </a:txBody>
                  <a:tcPr marL="91439" marR="91439" marT="45733" marB="45733"/>
                </a:tc>
              </a:tr>
              <a:tr h="370946">
                <a:tc>
                  <a:txBody>
                    <a:bodyPr/>
                    <a:lstStyle/>
                    <a:p>
                      <a:r>
                        <a:rPr lang="es-MX" sz="1800" dirty="0" smtClean="0"/>
                        <a:t>Rosa</a:t>
                      </a:r>
                      <a:endParaRPr lang="es-MX" sz="1800" dirty="0"/>
                    </a:p>
                  </a:txBody>
                  <a:tcPr marL="91439" marR="91439" marT="45733" marB="45733"/>
                </a:tc>
                <a:tc>
                  <a:txBody>
                    <a:bodyPr/>
                    <a:lstStyle/>
                    <a:p>
                      <a:r>
                        <a:rPr lang="es-MX" sz="1800" dirty="0" smtClean="0"/>
                        <a:t>Gómez</a:t>
                      </a:r>
                      <a:endParaRPr lang="es-MX" sz="1800" dirty="0"/>
                    </a:p>
                  </a:txBody>
                  <a:tcPr marL="91439" marR="91439" marT="45733" marB="45733"/>
                </a:tc>
              </a:tr>
              <a:tr h="370946">
                <a:tc>
                  <a:txBody>
                    <a:bodyPr/>
                    <a:lstStyle/>
                    <a:p>
                      <a:r>
                        <a:rPr lang="es-MX" sz="1800" dirty="0" smtClean="0"/>
                        <a:t>Jorge</a:t>
                      </a:r>
                      <a:endParaRPr lang="es-MX" sz="1800" dirty="0"/>
                    </a:p>
                  </a:txBody>
                  <a:tcPr marL="91439" marR="91439" marT="45733" marB="45733"/>
                </a:tc>
                <a:tc>
                  <a:txBody>
                    <a:bodyPr/>
                    <a:lstStyle/>
                    <a:p>
                      <a:r>
                        <a:rPr lang="es-MX" sz="1800" dirty="0" smtClean="0"/>
                        <a:t>García</a:t>
                      </a:r>
                      <a:endParaRPr lang="es-MX" sz="1800" dirty="0"/>
                    </a:p>
                  </a:txBody>
                  <a:tcPr marL="91439" marR="91439" marT="45733" marB="45733"/>
                </a:tc>
              </a:tr>
              <a:tr h="370946">
                <a:tc>
                  <a:txBody>
                    <a:bodyPr/>
                    <a:lstStyle/>
                    <a:p>
                      <a:r>
                        <a:rPr lang="es-MX" sz="1800" dirty="0" smtClean="0"/>
                        <a:t>Pedro</a:t>
                      </a:r>
                      <a:endParaRPr lang="es-MX" sz="1800" dirty="0"/>
                    </a:p>
                  </a:txBody>
                  <a:tcPr marL="91439" marR="91439" marT="45733" marB="45733"/>
                </a:tc>
                <a:tc>
                  <a:txBody>
                    <a:bodyPr/>
                    <a:lstStyle/>
                    <a:p>
                      <a:r>
                        <a:rPr lang="es-MX" sz="1800" dirty="0" smtClean="0"/>
                        <a:t>Pérez</a:t>
                      </a:r>
                      <a:endParaRPr lang="es-MX" sz="1800" dirty="0"/>
                    </a:p>
                  </a:txBody>
                  <a:tcPr marL="91439" marR="91439" marT="45733" marB="45733"/>
                </a:tc>
              </a:tr>
              <a:tr h="370946">
                <a:tc>
                  <a:txBody>
                    <a:bodyPr/>
                    <a:lstStyle/>
                    <a:p>
                      <a:r>
                        <a:rPr lang="es-MX" sz="1800" dirty="0" smtClean="0"/>
                        <a:t>Clara</a:t>
                      </a:r>
                      <a:endParaRPr lang="es-MX" sz="1800" dirty="0"/>
                    </a:p>
                  </a:txBody>
                  <a:tcPr marL="91439" marR="91439" marT="45733" marB="45733"/>
                </a:tc>
                <a:tc>
                  <a:txBody>
                    <a:bodyPr/>
                    <a:lstStyle/>
                    <a:p>
                      <a:r>
                        <a:rPr lang="es-MX" sz="1800" dirty="0" smtClean="0"/>
                        <a:t>López</a:t>
                      </a:r>
                      <a:endParaRPr lang="es-MX" sz="1800" dirty="0"/>
                    </a:p>
                  </a:txBody>
                  <a:tcPr marL="91439" marR="91439" marT="45733" marB="45733"/>
                </a:tc>
              </a:tr>
            </a:tbl>
          </a:graphicData>
        </a:graphic>
      </p:graphicFrame>
      <p:sp>
        <p:nvSpPr>
          <p:cNvPr id="6" name="Oval 5"/>
          <p:cNvSpPr/>
          <p:nvPr/>
        </p:nvSpPr>
        <p:spPr>
          <a:xfrm>
            <a:off x="1714500" y="3286125"/>
            <a:ext cx="1285875" cy="4286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MX"/>
          </a:p>
        </p:txBody>
      </p:sp>
      <p:sp>
        <p:nvSpPr>
          <p:cNvPr id="7" name="Oval 6"/>
          <p:cNvSpPr/>
          <p:nvPr/>
        </p:nvSpPr>
        <p:spPr>
          <a:xfrm>
            <a:off x="5929313" y="3286125"/>
            <a:ext cx="1285875" cy="4286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MX"/>
          </a:p>
        </p:txBody>
      </p:sp>
      <p:cxnSp>
        <p:nvCxnSpPr>
          <p:cNvPr id="9" name="Straight Arrow Connector 8"/>
          <p:cNvCxnSpPr>
            <a:stCxn id="6" idx="6"/>
            <a:endCxn id="7" idx="2"/>
          </p:cNvCxnSpPr>
          <p:nvPr/>
        </p:nvCxnSpPr>
        <p:spPr>
          <a:xfrm>
            <a:off x="3000375" y="3500438"/>
            <a:ext cx="2928938" cy="1587"/>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pPr eaLnBrk="1" hangingPunct="1"/>
            <a:r>
              <a:rPr lang="es-MX" smtClean="0"/>
              <a:t>Reglas básicas de diseño</a:t>
            </a:r>
          </a:p>
        </p:txBody>
      </p:sp>
      <p:sp>
        <p:nvSpPr>
          <p:cNvPr id="38915" name="Content Placeholder 2"/>
          <p:cNvSpPr>
            <a:spLocks noGrp="1"/>
          </p:cNvSpPr>
          <p:nvPr>
            <p:ph idx="1"/>
          </p:nvPr>
        </p:nvSpPr>
        <p:spPr>
          <a:xfrm>
            <a:off x="357188" y="1935163"/>
            <a:ext cx="8501062" cy="4389437"/>
          </a:xfrm>
        </p:spPr>
        <p:txBody>
          <a:bodyPr/>
          <a:lstStyle/>
          <a:p>
            <a:pPr eaLnBrk="1" hangingPunct="1"/>
            <a:r>
              <a:rPr lang="es-MX" b="1" smtClean="0">
                <a:solidFill>
                  <a:srgbClr val="FF0000"/>
                </a:solidFill>
              </a:rPr>
              <a:t>Partir los datos en sus partes lógicas mas pequeñas.</a:t>
            </a:r>
          </a:p>
          <a:p>
            <a:pPr eaLnBrk="1" hangingPunct="1"/>
            <a:r>
              <a:rPr lang="es-MX" smtClean="0"/>
              <a:t>Poner el nombre completo de una persona en un campo puede hacer fácil la entrada de datos, pero hace muy difícil trabajar con los datos. Por ejemplo, ¿qué pasa si necesita </a:t>
            </a:r>
            <a:r>
              <a:rPr lang="es-MX" i="1" smtClean="0"/>
              <a:t>ordenar por apellido paterno</a:t>
            </a:r>
            <a:r>
              <a:rPr lang="es-MX" smtClean="0"/>
              <a:t>? o buscar a alguien que se llama </a:t>
            </a:r>
            <a:r>
              <a:rPr lang="es-MX" i="1" smtClean="0"/>
              <a:t>Jorge</a:t>
            </a:r>
          </a:p>
          <a:p>
            <a:pPr eaLnBrk="1" hangingPunct="1"/>
            <a:r>
              <a:rPr lang="es-MX" smtClean="0"/>
              <a:t>Juntar campos es bastante simple, dividirlos es más difícil.</a:t>
            </a:r>
          </a:p>
          <a:p>
            <a:pPr eaLnBrk="1" hangingPunct="1"/>
            <a:endParaRPr lang="es-MX" smtClean="0"/>
          </a:p>
        </p:txBody>
      </p:sp>
      <p:sp>
        <p:nvSpPr>
          <p:cNvPr id="4" name="3 Explosión 1"/>
          <p:cNvSpPr/>
          <p:nvPr/>
        </p:nvSpPr>
        <p:spPr>
          <a:xfrm>
            <a:off x="8028384" y="5877272"/>
            <a:ext cx="504056" cy="57606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pPr eaLnBrk="1" hangingPunct="1"/>
            <a:r>
              <a:rPr lang="es-MX" smtClean="0"/>
              <a:t>Reglas básicas de diseño</a:t>
            </a:r>
          </a:p>
        </p:txBody>
      </p:sp>
      <p:sp>
        <p:nvSpPr>
          <p:cNvPr id="3" name="Content Placeholder 2"/>
          <p:cNvSpPr>
            <a:spLocks noGrp="1"/>
          </p:cNvSpPr>
          <p:nvPr>
            <p:ph idx="1"/>
          </p:nvPr>
        </p:nvSpPr>
        <p:spPr/>
        <p:txBody>
          <a:bodyPr>
            <a:normAutofit/>
          </a:bodyPr>
          <a:lstStyle/>
          <a:p>
            <a:pPr marL="274320" indent="-274320" eaLnBrk="1" fontAlgn="auto" hangingPunct="1">
              <a:spcAft>
                <a:spcPts val="0"/>
              </a:spcAft>
              <a:buClr>
                <a:schemeClr val="accent3"/>
              </a:buClr>
              <a:buFont typeface="Wingdings 2"/>
              <a:buChar char=""/>
              <a:defRPr/>
            </a:pPr>
            <a:r>
              <a:rPr lang="es-ES" dirty="0" smtClean="0">
                <a:solidFill>
                  <a:srgbClr val="FF0000"/>
                </a:solidFill>
              </a:rPr>
              <a:t>No crear campos que pueden ser calculados o derivados de otros campos: </a:t>
            </a:r>
            <a:r>
              <a:rPr lang="es-ES" dirty="0" smtClean="0"/>
              <a:t>No añadiremos campos innecesarios a la tabla como por ejemplo la suma de otros  dos campos, porque ocuparían un espacio innecesario en la tabla y en la base de datos.</a:t>
            </a:r>
            <a:endParaRPr lang="es-MX" dirty="0" smtClean="0"/>
          </a:p>
          <a:p>
            <a:pPr marL="274320" indent="-274320" eaLnBrk="1" fontAlgn="auto" hangingPunct="1">
              <a:spcAft>
                <a:spcPts val="0"/>
              </a:spcAft>
              <a:buClr>
                <a:schemeClr val="accent3"/>
              </a:buClr>
              <a:buFont typeface="Wingdings 2"/>
              <a:buChar char=""/>
              <a:defRPr/>
            </a:pPr>
            <a:r>
              <a:rPr lang="es-MX" dirty="0" smtClean="0"/>
              <a:t>Por ejemplo no incluir un campo </a:t>
            </a:r>
            <a:r>
              <a:rPr lang="es-MX" dirty="0" smtClean="0">
                <a:solidFill>
                  <a:schemeClr val="accent1">
                    <a:lumMod val="75000"/>
                  </a:schemeClr>
                </a:solidFill>
              </a:rPr>
              <a:t>Edad</a:t>
            </a:r>
            <a:r>
              <a:rPr lang="es-MX" dirty="0" smtClean="0"/>
              <a:t> si podemos determinar la edad conociendo la fecha actual y la fecha de nacimiento.</a:t>
            </a:r>
            <a:endParaRPr lang="es-MX" dirty="0"/>
          </a:p>
        </p:txBody>
      </p:sp>
      <p:sp>
        <p:nvSpPr>
          <p:cNvPr id="4" name="3 Explosión 1"/>
          <p:cNvSpPr/>
          <p:nvPr/>
        </p:nvSpPr>
        <p:spPr>
          <a:xfrm>
            <a:off x="8028384" y="5877272"/>
            <a:ext cx="504056" cy="57606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pPr eaLnBrk="1" hangingPunct="1"/>
            <a:r>
              <a:rPr lang="es-MX" smtClean="0"/>
              <a:t>Reglas básicas de diseño</a:t>
            </a:r>
          </a:p>
        </p:txBody>
      </p:sp>
      <p:sp>
        <p:nvSpPr>
          <p:cNvPr id="3" name="Content Placeholder 2"/>
          <p:cNvSpPr>
            <a:spLocks noGrp="1"/>
          </p:cNvSpPr>
          <p:nvPr>
            <p:ph idx="1"/>
          </p:nvPr>
        </p:nvSpPr>
        <p:spPr/>
        <p:txBody>
          <a:bodyPr>
            <a:normAutofit fontScale="92500" lnSpcReduction="10000"/>
          </a:bodyPr>
          <a:lstStyle/>
          <a:p>
            <a:pPr marL="274320" indent="-274320" eaLnBrk="1" fontAlgn="auto" hangingPunct="1">
              <a:spcAft>
                <a:spcPts val="0"/>
              </a:spcAft>
              <a:buClr>
                <a:schemeClr val="accent3"/>
              </a:buClr>
              <a:buFont typeface="Wingdings 2"/>
              <a:buChar char=""/>
              <a:defRPr/>
            </a:pPr>
            <a:r>
              <a:rPr lang="es-MX" b="1" dirty="0" smtClean="0">
                <a:solidFill>
                  <a:srgbClr val="FF0000"/>
                </a:solidFill>
              </a:rPr>
              <a:t>Registros únicos</a:t>
            </a:r>
          </a:p>
          <a:p>
            <a:pPr indent="-7938" eaLnBrk="1" fontAlgn="auto" hangingPunct="1">
              <a:spcAft>
                <a:spcPts val="0"/>
              </a:spcAft>
              <a:buClr>
                <a:schemeClr val="accent3"/>
              </a:buClr>
              <a:buFont typeface="Wingdings 2"/>
              <a:buNone/>
              <a:defRPr/>
            </a:pPr>
            <a:r>
              <a:rPr lang="es-MX" dirty="0" smtClean="0"/>
              <a:t>En cada tabla debe haber al menos un campo que permita identificar perfectamente al registro deseado.</a:t>
            </a:r>
          </a:p>
          <a:p>
            <a:pPr indent="-7938" eaLnBrk="1" fontAlgn="auto" hangingPunct="1">
              <a:spcAft>
                <a:spcPts val="0"/>
              </a:spcAft>
              <a:buClr>
                <a:schemeClr val="accent3"/>
              </a:buClr>
              <a:buFont typeface="Wingdings 2"/>
              <a:buNone/>
              <a:defRPr/>
            </a:pPr>
            <a:endParaRPr lang="es-MX" dirty="0" smtClean="0"/>
          </a:p>
          <a:p>
            <a:pPr indent="-7938" eaLnBrk="1" fontAlgn="auto" hangingPunct="1">
              <a:spcAft>
                <a:spcPts val="0"/>
              </a:spcAft>
              <a:buClr>
                <a:schemeClr val="accent3"/>
              </a:buClr>
              <a:buFont typeface="Wingdings 2"/>
              <a:buNone/>
              <a:defRPr/>
            </a:pPr>
            <a:endParaRPr lang="es-MX" dirty="0" smtClean="0"/>
          </a:p>
          <a:p>
            <a:pPr indent="-7938" eaLnBrk="1" fontAlgn="auto" hangingPunct="1">
              <a:spcAft>
                <a:spcPts val="0"/>
              </a:spcAft>
              <a:buClr>
                <a:schemeClr val="accent3"/>
              </a:buClr>
              <a:buFont typeface="Wingdings 2"/>
              <a:buNone/>
              <a:defRPr/>
            </a:pPr>
            <a:endParaRPr lang="es-MX" dirty="0" smtClean="0"/>
          </a:p>
          <a:p>
            <a:pPr indent="-7938" eaLnBrk="1" fontAlgn="auto" hangingPunct="1">
              <a:spcAft>
                <a:spcPts val="0"/>
              </a:spcAft>
              <a:buClr>
                <a:schemeClr val="accent3"/>
              </a:buClr>
              <a:buFont typeface="Wingdings 2"/>
              <a:buNone/>
              <a:defRPr/>
            </a:pPr>
            <a:endParaRPr lang="es-MX" dirty="0" smtClean="0"/>
          </a:p>
          <a:p>
            <a:pPr indent="-7938" eaLnBrk="1" fontAlgn="auto" hangingPunct="1">
              <a:spcAft>
                <a:spcPts val="0"/>
              </a:spcAft>
              <a:buClr>
                <a:schemeClr val="accent3"/>
              </a:buClr>
              <a:buFont typeface="Wingdings 2"/>
              <a:buNone/>
              <a:defRPr/>
            </a:pPr>
            <a:endParaRPr lang="es-MX" dirty="0" smtClean="0"/>
          </a:p>
          <a:p>
            <a:pPr marL="639763" indent="-7938" eaLnBrk="1" fontAlgn="auto" hangingPunct="1">
              <a:spcAft>
                <a:spcPts val="0"/>
              </a:spcAft>
              <a:buClr>
                <a:schemeClr val="accent3"/>
              </a:buClr>
              <a:buFont typeface="Wingdings 2"/>
              <a:buNone/>
              <a:defRPr/>
            </a:pPr>
            <a:r>
              <a:rPr lang="es-MX" dirty="0" smtClean="0">
                <a:solidFill>
                  <a:schemeClr val="tx2">
                    <a:lumMod val="75000"/>
                  </a:schemeClr>
                </a:solidFill>
              </a:rPr>
              <a:t>No conviene usar Apellido como identificador porque puede haber varios registros con el mismo Apellido</a:t>
            </a:r>
            <a:r>
              <a:rPr lang="es-MX" dirty="0" smtClean="0"/>
              <a:t>. </a:t>
            </a:r>
            <a:br>
              <a:rPr lang="es-MX" dirty="0" smtClean="0"/>
            </a:br>
            <a:endParaRPr lang="es-MX" dirty="0" smtClean="0"/>
          </a:p>
          <a:p>
            <a:pPr indent="-7938" eaLnBrk="1" fontAlgn="auto" hangingPunct="1">
              <a:spcAft>
                <a:spcPts val="0"/>
              </a:spcAft>
              <a:buClr>
                <a:schemeClr val="accent3"/>
              </a:buClr>
              <a:buFont typeface="Wingdings 2"/>
              <a:buNone/>
              <a:defRPr/>
            </a:pPr>
            <a:endParaRPr lang="es-MX" dirty="0"/>
          </a:p>
        </p:txBody>
      </p:sp>
      <p:graphicFrame>
        <p:nvGraphicFramePr>
          <p:cNvPr id="4" name="Table 3"/>
          <p:cNvGraphicFramePr>
            <a:graphicFrameLocks noGrp="1"/>
          </p:cNvGraphicFramePr>
          <p:nvPr/>
        </p:nvGraphicFramePr>
        <p:xfrm>
          <a:off x="857250" y="3429000"/>
          <a:ext cx="3868738" cy="1482724"/>
        </p:xfrm>
        <a:graphic>
          <a:graphicData uri="http://schemas.openxmlformats.org/drawingml/2006/table">
            <a:tbl>
              <a:tblPr firstRow="1" bandRow="1">
                <a:tableStyleId>{5C22544A-7EE6-4342-B048-85BDC9FD1C3A}</a:tableStyleId>
              </a:tblPr>
              <a:tblGrid>
                <a:gridCol w="1189619"/>
                <a:gridCol w="1152340"/>
                <a:gridCol w="1526779"/>
              </a:tblGrid>
              <a:tr h="370681">
                <a:tc>
                  <a:txBody>
                    <a:bodyPr/>
                    <a:lstStyle/>
                    <a:p>
                      <a:r>
                        <a:rPr lang="es-MX" sz="1800" dirty="0" smtClean="0"/>
                        <a:t>#Control</a:t>
                      </a:r>
                      <a:endParaRPr lang="es-MX" sz="1800" dirty="0"/>
                    </a:p>
                  </a:txBody>
                  <a:tcPr marL="91450" marR="91450" marT="45700" marB="45700"/>
                </a:tc>
                <a:tc>
                  <a:txBody>
                    <a:bodyPr/>
                    <a:lstStyle/>
                    <a:p>
                      <a:r>
                        <a:rPr lang="es-MX" sz="1800" dirty="0" smtClean="0"/>
                        <a:t>Apellido</a:t>
                      </a:r>
                      <a:endParaRPr lang="es-MX" sz="1800" dirty="0"/>
                    </a:p>
                  </a:txBody>
                  <a:tcPr marL="91450" marR="91450" marT="45700" marB="45700"/>
                </a:tc>
                <a:tc>
                  <a:txBody>
                    <a:bodyPr/>
                    <a:lstStyle/>
                    <a:p>
                      <a:r>
                        <a:rPr lang="es-MX" sz="1800" dirty="0" smtClean="0"/>
                        <a:t>Calificación</a:t>
                      </a:r>
                      <a:endParaRPr lang="es-MX" sz="1800" dirty="0"/>
                    </a:p>
                  </a:txBody>
                  <a:tcPr marL="91450" marR="91450" marT="45700" marB="45700"/>
                </a:tc>
              </a:tr>
              <a:tr h="370681">
                <a:tc>
                  <a:txBody>
                    <a:bodyPr/>
                    <a:lstStyle/>
                    <a:p>
                      <a:r>
                        <a:rPr kumimoji="0" lang="es-MX" sz="1800" kern="1200" baseline="0" dirty="0" smtClean="0">
                          <a:solidFill>
                            <a:schemeClr val="dk1"/>
                          </a:solidFill>
                          <a:latin typeface="+mn-lt"/>
                          <a:ea typeface="+mn-ea"/>
                          <a:cs typeface="+mn-cs"/>
                        </a:rPr>
                        <a:t>9100397</a:t>
                      </a:r>
                      <a:endParaRPr lang="es-MX" sz="1800" dirty="0"/>
                    </a:p>
                  </a:txBody>
                  <a:tcPr marL="91450" marR="91450" marT="45700" marB="45700"/>
                </a:tc>
                <a:tc>
                  <a:txBody>
                    <a:bodyPr/>
                    <a:lstStyle/>
                    <a:p>
                      <a:r>
                        <a:rPr lang="es-MX" sz="1800" dirty="0" smtClean="0"/>
                        <a:t>García</a:t>
                      </a:r>
                      <a:endParaRPr lang="es-MX" sz="1800" dirty="0"/>
                    </a:p>
                  </a:txBody>
                  <a:tcPr marL="91450" marR="91450" marT="45700" marB="45700"/>
                </a:tc>
                <a:tc>
                  <a:txBody>
                    <a:bodyPr/>
                    <a:lstStyle/>
                    <a:p>
                      <a:r>
                        <a:rPr lang="es-MX" sz="1800" dirty="0" smtClean="0"/>
                        <a:t>70</a:t>
                      </a:r>
                      <a:endParaRPr lang="es-MX" sz="1800" dirty="0"/>
                    </a:p>
                  </a:txBody>
                  <a:tcPr marL="91450" marR="91450" marT="45700" marB="45700"/>
                </a:tc>
              </a:tr>
              <a:tr h="370681">
                <a:tc>
                  <a:txBody>
                    <a:bodyPr/>
                    <a:lstStyle/>
                    <a:p>
                      <a:r>
                        <a:rPr kumimoji="0" lang="es-MX" sz="1800" kern="1200" baseline="0" dirty="0" smtClean="0">
                          <a:solidFill>
                            <a:schemeClr val="dk1"/>
                          </a:solidFill>
                          <a:latin typeface="+mn-lt"/>
                          <a:ea typeface="+mn-ea"/>
                          <a:cs typeface="+mn-cs"/>
                        </a:rPr>
                        <a:t>9100384</a:t>
                      </a:r>
                      <a:endParaRPr lang="es-MX" sz="1800" dirty="0"/>
                    </a:p>
                  </a:txBody>
                  <a:tcPr marL="91450" marR="91450" marT="45700" marB="45700"/>
                </a:tc>
                <a:tc>
                  <a:txBody>
                    <a:bodyPr/>
                    <a:lstStyle/>
                    <a:p>
                      <a:r>
                        <a:rPr lang="es-MX" sz="1800" dirty="0" smtClean="0"/>
                        <a:t>García</a:t>
                      </a:r>
                      <a:endParaRPr lang="es-MX" sz="1800" dirty="0"/>
                    </a:p>
                  </a:txBody>
                  <a:tcPr marL="91450" marR="91450" marT="45700" marB="45700"/>
                </a:tc>
                <a:tc>
                  <a:txBody>
                    <a:bodyPr/>
                    <a:lstStyle/>
                    <a:p>
                      <a:r>
                        <a:rPr lang="es-MX" sz="1800" dirty="0" smtClean="0"/>
                        <a:t>100</a:t>
                      </a:r>
                      <a:endParaRPr lang="es-MX" sz="1800" dirty="0"/>
                    </a:p>
                  </a:txBody>
                  <a:tcPr marL="91450" marR="91450" marT="45700" marB="45700"/>
                </a:tc>
              </a:tr>
              <a:tr h="370681">
                <a:tc>
                  <a:txBody>
                    <a:bodyPr/>
                    <a:lstStyle/>
                    <a:p>
                      <a:r>
                        <a:rPr kumimoji="0" lang="es-MX" sz="1800" kern="1200" baseline="0" dirty="0" smtClean="0">
                          <a:solidFill>
                            <a:schemeClr val="dk1"/>
                          </a:solidFill>
                          <a:latin typeface="+mn-lt"/>
                          <a:ea typeface="+mn-ea"/>
                          <a:cs typeface="+mn-cs"/>
                        </a:rPr>
                        <a:t>9100378</a:t>
                      </a:r>
                      <a:endParaRPr lang="es-MX" sz="1800" dirty="0"/>
                    </a:p>
                  </a:txBody>
                  <a:tcPr marL="91450" marR="91450" marT="45700" marB="45700"/>
                </a:tc>
                <a:tc>
                  <a:txBody>
                    <a:bodyPr/>
                    <a:lstStyle/>
                    <a:p>
                      <a:r>
                        <a:rPr lang="es-MX" sz="1800" dirty="0" smtClean="0"/>
                        <a:t>García</a:t>
                      </a:r>
                      <a:endParaRPr lang="es-MX" sz="1800" dirty="0"/>
                    </a:p>
                  </a:txBody>
                  <a:tcPr marL="91450" marR="91450" marT="45700" marB="45700"/>
                </a:tc>
                <a:tc>
                  <a:txBody>
                    <a:bodyPr/>
                    <a:lstStyle/>
                    <a:p>
                      <a:r>
                        <a:rPr lang="es-MX" sz="1800" dirty="0" smtClean="0"/>
                        <a:t>50</a:t>
                      </a:r>
                      <a:endParaRPr lang="es-MX" sz="1800" dirty="0"/>
                    </a:p>
                  </a:txBody>
                  <a:tcPr marL="91450" marR="91450" marT="45700" marB="45700"/>
                </a:tc>
              </a:tr>
            </a:tbl>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pPr eaLnBrk="1" hangingPunct="1"/>
            <a:r>
              <a:rPr lang="es-MX" smtClean="0"/>
              <a:t>Reglas básicas de diseño</a:t>
            </a:r>
          </a:p>
        </p:txBody>
      </p:sp>
      <p:sp>
        <p:nvSpPr>
          <p:cNvPr id="3" name="Content Placeholder 2"/>
          <p:cNvSpPr>
            <a:spLocks noGrp="1"/>
          </p:cNvSpPr>
          <p:nvPr>
            <p:ph idx="1"/>
          </p:nvPr>
        </p:nvSpPr>
        <p:spPr/>
        <p:txBody>
          <a:bodyPr>
            <a:normAutofit fontScale="85000" lnSpcReduction="20000"/>
          </a:bodyPr>
          <a:lstStyle/>
          <a:p>
            <a:pPr marL="274320" indent="-274320" eaLnBrk="1" fontAlgn="auto" hangingPunct="1">
              <a:spcAft>
                <a:spcPts val="0"/>
              </a:spcAft>
              <a:buClr>
                <a:schemeClr val="accent3"/>
              </a:buClr>
              <a:buFont typeface="Wingdings 2"/>
              <a:buChar char=""/>
              <a:defRPr/>
            </a:pPr>
            <a:endParaRPr lang="es-MX" dirty="0" smtClean="0"/>
          </a:p>
          <a:p>
            <a:pPr indent="-7938" eaLnBrk="1" fontAlgn="auto" hangingPunct="1">
              <a:spcAft>
                <a:spcPts val="0"/>
              </a:spcAft>
              <a:buClr>
                <a:schemeClr val="accent3"/>
              </a:buClr>
              <a:buFont typeface="Wingdings 2"/>
              <a:buNone/>
              <a:defRPr/>
            </a:pPr>
            <a:r>
              <a:rPr lang="es-MX" dirty="0" smtClean="0"/>
              <a:t>Para asegurar de que cada registro es único en una tabla, debemos indicar cual campo es su </a:t>
            </a:r>
            <a:r>
              <a:rPr lang="es-MX" dirty="0" smtClean="0">
                <a:solidFill>
                  <a:srgbClr val="FF0000"/>
                </a:solidFill>
              </a:rPr>
              <a:t>clave principal </a:t>
            </a:r>
            <a:r>
              <a:rPr lang="es-MX" dirty="0" smtClean="0"/>
              <a:t>o</a:t>
            </a:r>
            <a:r>
              <a:rPr lang="es-MX" dirty="0" smtClean="0">
                <a:solidFill>
                  <a:srgbClr val="FF0000"/>
                </a:solidFill>
              </a:rPr>
              <a:t> clave primaria</a:t>
            </a:r>
            <a:r>
              <a:rPr lang="es-MX" dirty="0" smtClean="0"/>
              <a:t>. </a:t>
            </a:r>
            <a:br>
              <a:rPr lang="es-MX" dirty="0" smtClean="0"/>
            </a:br>
            <a:r>
              <a:rPr lang="es-MX" dirty="0" smtClean="0"/>
              <a:t/>
            </a:r>
            <a:br>
              <a:rPr lang="es-MX" dirty="0" smtClean="0"/>
            </a:br>
            <a:r>
              <a:rPr lang="es-MX" dirty="0" smtClean="0"/>
              <a:t>Una </a:t>
            </a:r>
            <a:r>
              <a:rPr lang="es-MX" dirty="0" smtClean="0">
                <a:solidFill>
                  <a:srgbClr val="FF0000"/>
                </a:solidFill>
              </a:rPr>
              <a:t>clave principal </a:t>
            </a:r>
            <a:r>
              <a:rPr lang="es-MX" dirty="0" smtClean="0"/>
              <a:t>es un campo que no tiene duplicados ni valores en blanco. </a:t>
            </a:r>
          </a:p>
          <a:p>
            <a:pPr indent="-7938" eaLnBrk="1" fontAlgn="auto" hangingPunct="1">
              <a:spcAft>
                <a:spcPts val="0"/>
              </a:spcAft>
              <a:buClr>
                <a:schemeClr val="accent3"/>
              </a:buClr>
              <a:buFont typeface="Wingdings 2"/>
              <a:buNone/>
              <a:defRPr/>
            </a:pPr>
            <a:endParaRPr lang="es-MX" dirty="0" smtClean="0"/>
          </a:p>
          <a:p>
            <a:pPr marL="4402138" indent="-7938" eaLnBrk="1" fontAlgn="auto" hangingPunct="1">
              <a:spcAft>
                <a:spcPts val="0"/>
              </a:spcAft>
              <a:buClr>
                <a:schemeClr val="accent3"/>
              </a:buClr>
              <a:buFont typeface="Wingdings 2"/>
              <a:buNone/>
              <a:defRPr/>
            </a:pPr>
            <a:r>
              <a:rPr lang="es-MX" dirty="0" smtClean="0"/>
              <a:t>En la tabla anterior, </a:t>
            </a:r>
            <a:br>
              <a:rPr lang="es-MX" dirty="0" smtClean="0"/>
            </a:br>
            <a:r>
              <a:rPr lang="es-MX" dirty="0" smtClean="0"/>
              <a:t/>
            </a:r>
            <a:br>
              <a:rPr lang="es-MX" dirty="0" smtClean="0"/>
            </a:br>
            <a:r>
              <a:rPr lang="es-MX" dirty="0" smtClean="0"/>
              <a:t>¿cuál sería la mejor clave principal?</a:t>
            </a:r>
          </a:p>
          <a:p>
            <a:pPr marL="639763" indent="-7938" eaLnBrk="1" fontAlgn="auto" hangingPunct="1">
              <a:spcAft>
                <a:spcPts val="0"/>
              </a:spcAft>
              <a:buClr>
                <a:schemeClr val="accent3"/>
              </a:buClr>
              <a:buFont typeface="Wingdings 2"/>
              <a:buNone/>
              <a:defRPr/>
            </a:pPr>
            <a:r>
              <a:rPr lang="es-MX" dirty="0" smtClean="0"/>
              <a:t/>
            </a:r>
            <a:br>
              <a:rPr lang="es-MX" dirty="0" smtClean="0"/>
            </a:br>
            <a:endParaRPr lang="es-MX" dirty="0" smtClean="0"/>
          </a:p>
          <a:p>
            <a:pPr indent="-7938" eaLnBrk="1" fontAlgn="auto" hangingPunct="1">
              <a:spcAft>
                <a:spcPts val="0"/>
              </a:spcAft>
              <a:buClr>
                <a:schemeClr val="accent3"/>
              </a:buClr>
              <a:buFont typeface="Wingdings 2"/>
              <a:buNone/>
              <a:defRPr/>
            </a:pPr>
            <a:endParaRPr lang="es-MX" dirty="0"/>
          </a:p>
        </p:txBody>
      </p:sp>
      <p:graphicFrame>
        <p:nvGraphicFramePr>
          <p:cNvPr id="4" name="Table 3"/>
          <p:cNvGraphicFramePr>
            <a:graphicFrameLocks noGrp="1"/>
          </p:cNvGraphicFramePr>
          <p:nvPr/>
        </p:nvGraphicFramePr>
        <p:xfrm>
          <a:off x="857250" y="4214813"/>
          <a:ext cx="3868738" cy="1482724"/>
        </p:xfrm>
        <a:graphic>
          <a:graphicData uri="http://schemas.openxmlformats.org/drawingml/2006/table">
            <a:tbl>
              <a:tblPr firstRow="1" bandRow="1">
                <a:tableStyleId>{5C22544A-7EE6-4342-B048-85BDC9FD1C3A}</a:tableStyleId>
              </a:tblPr>
              <a:tblGrid>
                <a:gridCol w="1189619"/>
                <a:gridCol w="1152340"/>
                <a:gridCol w="1526779"/>
              </a:tblGrid>
              <a:tr h="370681">
                <a:tc>
                  <a:txBody>
                    <a:bodyPr/>
                    <a:lstStyle/>
                    <a:p>
                      <a:r>
                        <a:rPr lang="es-MX" sz="1800" dirty="0" smtClean="0"/>
                        <a:t>#Control</a:t>
                      </a:r>
                      <a:endParaRPr lang="es-MX" sz="1800" dirty="0"/>
                    </a:p>
                  </a:txBody>
                  <a:tcPr marL="91450" marR="91450" marT="45700" marB="45700"/>
                </a:tc>
                <a:tc>
                  <a:txBody>
                    <a:bodyPr/>
                    <a:lstStyle/>
                    <a:p>
                      <a:r>
                        <a:rPr lang="es-MX" sz="1800" dirty="0" smtClean="0"/>
                        <a:t>Apellido</a:t>
                      </a:r>
                      <a:endParaRPr lang="es-MX" sz="1800" dirty="0"/>
                    </a:p>
                  </a:txBody>
                  <a:tcPr marL="91450" marR="91450" marT="45700" marB="45700"/>
                </a:tc>
                <a:tc>
                  <a:txBody>
                    <a:bodyPr/>
                    <a:lstStyle/>
                    <a:p>
                      <a:r>
                        <a:rPr lang="es-MX" sz="1800" dirty="0" smtClean="0"/>
                        <a:t>Calificación</a:t>
                      </a:r>
                      <a:endParaRPr lang="es-MX" sz="1800" dirty="0"/>
                    </a:p>
                  </a:txBody>
                  <a:tcPr marL="91450" marR="91450" marT="45700" marB="45700"/>
                </a:tc>
              </a:tr>
              <a:tr h="370681">
                <a:tc>
                  <a:txBody>
                    <a:bodyPr/>
                    <a:lstStyle/>
                    <a:p>
                      <a:r>
                        <a:rPr kumimoji="0" lang="es-MX" sz="1800" kern="1200" baseline="0" dirty="0" smtClean="0">
                          <a:solidFill>
                            <a:schemeClr val="dk1"/>
                          </a:solidFill>
                          <a:latin typeface="+mn-lt"/>
                          <a:ea typeface="+mn-ea"/>
                          <a:cs typeface="+mn-cs"/>
                        </a:rPr>
                        <a:t>9100397</a:t>
                      </a:r>
                      <a:endParaRPr lang="es-MX" sz="1800" dirty="0"/>
                    </a:p>
                  </a:txBody>
                  <a:tcPr marL="91450" marR="91450" marT="45700" marB="45700"/>
                </a:tc>
                <a:tc>
                  <a:txBody>
                    <a:bodyPr/>
                    <a:lstStyle/>
                    <a:p>
                      <a:r>
                        <a:rPr lang="es-MX" sz="1800" dirty="0" smtClean="0"/>
                        <a:t>García</a:t>
                      </a:r>
                      <a:endParaRPr lang="es-MX" sz="1800" dirty="0"/>
                    </a:p>
                  </a:txBody>
                  <a:tcPr marL="91450" marR="91450" marT="45700" marB="45700"/>
                </a:tc>
                <a:tc>
                  <a:txBody>
                    <a:bodyPr/>
                    <a:lstStyle/>
                    <a:p>
                      <a:r>
                        <a:rPr lang="es-MX" sz="1800" dirty="0" smtClean="0"/>
                        <a:t>70</a:t>
                      </a:r>
                      <a:endParaRPr lang="es-MX" sz="1800" dirty="0"/>
                    </a:p>
                  </a:txBody>
                  <a:tcPr marL="91450" marR="91450" marT="45700" marB="45700"/>
                </a:tc>
              </a:tr>
              <a:tr h="370681">
                <a:tc>
                  <a:txBody>
                    <a:bodyPr/>
                    <a:lstStyle/>
                    <a:p>
                      <a:r>
                        <a:rPr kumimoji="0" lang="es-MX" sz="1800" kern="1200" baseline="0" dirty="0" smtClean="0">
                          <a:solidFill>
                            <a:schemeClr val="dk1"/>
                          </a:solidFill>
                          <a:latin typeface="+mn-lt"/>
                          <a:ea typeface="+mn-ea"/>
                          <a:cs typeface="+mn-cs"/>
                        </a:rPr>
                        <a:t>9100384</a:t>
                      </a:r>
                      <a:endParaRPr lang="es-MX" sz="1800" dirty="0"/>
                    </a:p>
                  </a:txBody>
                  <a:tcPr marL="91450" marR="91450" marT="45700" marB="45700"/>
                </a:tc>
                <a:tc>
                  <a:txBody>
                    <a:bodyPr/>
                    <a:lstStyle/>
                    <a:p>
                      <a:r>
                        <a:rPr lang="es-MX" sz="1800" dirty="0" smtClean="0"/>
                        <a:t>García</a:t>
                      </a:r>
                      <a:endParaRPr lang="es-MX" sz="1800" dirty="0"/>
                    </a:p>
                  </a:txBody>
                  <a:tcPr marL="91450" marR="91450" marT="45700" marB="45700"/>
                </a:tc>
                <a:tc>
                  <a:txBody>
                    <a:bodyPr/>
                    <a:lstStyle/>
                    <a:p>
                      <a:r>
                        <a:rPr lang="es-MX" sz="1800" dirty="0" smtClean="0"/>
                        <a:t>100</a:t>
                      </a:r>
                      <a:endParaRPr lang="es-MX" sz="1800" dirty="0"/>
                    </a:p>
                  </a:txBody>
                  <a:tcPr marL="91450" marR="91450" marT="45700" marB="45700"/>
                </a:tc>
              </a:tr>
              <a:tr h="370681">
                <a:tc>
                  <a:txBody>
                    <a:bodyPr/>
                    <a:lstStyle/>
                    <a:p>
                      <a:r>
                        <a:rPr kumimoji="0" lang="es-MX" sz="1800" kern="1200" baseline="0" dirty="0" smtClean="0">
                          <a:solidFill>
                            <a:schemeClr val="dk1"/>
                          </a:solidFill>
                          <a:latin typeface="+mn-lt"/>
                          <a:ea typeface="+mn-ea"/>
                          <a:cs typeface="+mn-cs"/>
                        </a:rPr>
                        <a:t>9100378</a:t>
                      </a:r>
                      <a:endParaRPr lang="es-MX" sz="1800" dirty="0"/>
                    </a:p>
                  </a:txBody>
                  <a:tcPr marL="91450" marR="91450" marT="45700" marB="45700"/>
                </a:tc>
                <a:tc>
                  <a:txBody>
                    <a:bodyPr/>
                    <a:lstStyle/>
                    <a:p>
                      <a:r>
                        <a:rPr lang="es-MX" sz="1800" dirty="0" smtClean="0"/>
                        <a:t>García</a:t>
                      </a:r>
                      <a:endParaRPr lang="es-MX" sz="1800" dirty="0"/>
                    </a:p>
                  </a:txBody>
                  <a:tcPr marL="91450" marR="91450" marT="45700" marB="45700"/>
                </a:tc>
                <a:tc>
                  <a:txBody>
                    <a:bodyPr/>
                    <a:lstStyle/>
                    <a:p>
                      <a:r>
                        <a:rPr lang="es-MX" sz="1800" dirty="0" smtClean="0"/>
                        <a:t>50</a:t>
                      </a:r>
                      <a:endParaRPr lang="es-MX" sz="1800" dirty="0"/>
                    </a:p>
                  </a:txBody>
                  <a:tcPr marL="91450" marR="91450" marT="45700" marB="45700"/>
                </a:tc>
              </a:tr>
            </a:tbl>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63" y="1428750"/>
            <a:ext cx="5715000" cy="1009650"/>
          </a:xfrm>
        </p:spPr>
        <p:txBody>
          <a:bodyPr>
            <a:normAutofit fontScale="90000"/>
          </a:bodyPr>
          <a:lstStyle/>
          <a:p>
            <a:pPr algn="ctr" eaLnBrk="1" fontAlgn="auto" hangingPunct="1">
              <a:spcAft>
                <a:spcPts val="0"/>
              </a:spcAft>
              <a:defRPr/>
            </a:pPr>
            <a:r>
              <a:rPr lang="es-MX" b="1" dirty="0" smtClean="0"/>
              <a:t>Clave primaria</a:t>
            </a:r>
            <a:br>
              <a:rPr lang="es-MX" b="1" dirty="0" smtClean="0"/>
            </a:br>
            <a:endParaRPr lang="es-MX" dirty="0"/>
          </a:p>
        </p:txBody>
      </p:sp>
      <p:pic>
        <p:nvPicPr>
          <p:cNvPr id="43011" name="Picture 2" descr="http://4.bp.blogspot.com/_uuLIkXJHBv8/SQ7FDBQf9QI/AAAAAAAAAJ0/9BnMb2ZfU2c/s400/la+llav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571500"/>
            <a:ext cx="38100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Content Placeholder 2"/>
          <p:cNvSpPr>
            <a:spLocks noGrp="1"/>
          </p:cNvSpPr>
          <p:nvPr>
            <p:ph idx="1"/>
          </p:nvPr>
        </p:nvSpPr>
        <p:spPr>
          <a:xfrm>
            <a:off x="457200" y="1935163"/>
            <a:ext cx="5972175" cy="4389437"/>
          </a:xfrm>
        </p:spPr>
        <p:txBody>
          <a:bodyPr/>
          <a:lstStyle/>
          <a:p>
            <a:pPr marL="457200" indent="-457200" eaLnBrk="1" hangingPunct="1">
              <a:spcBef>
                <a:spcPts val="600"/>
              </a:spcBef>
            </a:pPr>
            <a:r>
              <a:rPr lang="es-MX" smtClean="0"/>
              <a:t>Una </a:t>
            </a:r>
            <a:r>
              <a:rPr lang="es-MX" smtClean="0">
                <a:solidFill>
                  <a:srgbClr val="FF0000"/>
                </a:solidFill>
              </a:rPr>
              <a:t>clave primaria </a:t>
            </a:r>
            <a:r>
              <a:rPr lang="es-MX" smtClean="0"/>
              <a:t>es una clave única que </a:t>
            </a:r>
            <a:r>
              <a:rPr lang="es-MX" i="1" smtClean="0"/>
              <a:t>define unívocamente a todos los demás atributos de la tabla</a:t>
            </a:r>
            <a:r>
              <a:rPr lang="es-MX" smtClean="0"/>
              <a:t>, </a:t>
            </a:r>
            <a:r>
              <a:rPr lang="es-MX" smtClean="0">
                <a:solidFill>
                  <a:srgbClr val="0749B5"/>
                </a:solidFill>
              </a:rPr>
              <a:t>para especificar los datos que serán relacionados con las demás tablas</a:t>
            </a:r>
            <a:r>
              <a:rPr lang="es-MX" smtClean="0"/>
              <a:t>. </a:t>
            </a:r>
          </a:p>
          <a:p>
            <a:pPr marL="457200" indent="-457200" eaLnBrk="1" hangingPunct="1"/>
            <a:r>
              <a:rPr lang="es-MX" smtClean="0"/>
              <a:t>Sólo puede existir una clave primaria por tabla.</a:t>
            </a:r>
          </a:p>
          <a:p>
            <a:pPr marL="457200" indent="-457200" eaLnBrk="1" hangingPunct="1"/>
            <a:r>
              <a:rPr lang="es-MX" smtClean="0"/>
              <a:t>Ningún campo de la clave primaria puede contener  valores nulos  (NULL).</a:t>
            </a:r>
          </a:p>
        </p:txBody>
      </p:sp>
      <p:sp>
        <p:nvSpPr>
          <p:cNvPr id="5" name="Slide Number Placeholder 4"/>
          <p:cNvSpPr>
            <a:spLocks noGrp="1"/>
          </p:cNvSpPr>
          <p:nvPr>
            <p:ph type="sldNum" sz="quarter" idx="12"/>
          </p:nvPr>
        </p:nvSpPr>
        <p:spPr/>
        <p:txBody>
          <a:bodyPr/>
          <a:lstStyle/>
          <a:p>
            <a:pPr>
              <a:defRPr/>
            </a:pPr>
            <a:fld id="{31D2A286-3949-4E10-8F05-D7A255F9C04F}" type="slidenum">
              <a:rPr lang="en-US"/>
              <a:pPr>
                <a:defRPr/>
              </a:pPr>
              <a:t>31</a:t>
            </a:fld>
            <a:endParaRPr lang="en-US"/>
          </a:p>
        </p:txBody>
      </p:sp>
      <p:sp>
        <p:nvSpPr>
          <p:cNvPr id="6" name="5 Explosión 1"/>
          <p:cNvSpPr/>
          <p:nvPr/>
        </p:nvSpPr>
        <p:spPr>
          <a:xfrm>
            <a:off x="8028384" y="5877272"/>
            <a:ext cx="504056" cy="57606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pPr eaLnBrk="1" hangingPunct="1"/>
            <a:r>
              <a:rPr lang="es-MX" smtClean="0"/>
              <a:t>Clave Primaria</a:t>
            </a:r>
          </a:p>
        </p:txBody>
      </p:sp>
      <p:sp>
        <p:nvSpPr>
          <p:cNvPr id="44035" name="Content Placeholder 2"/>
          <p:cNvSpPr>
            <a:spLocks noGrp="1"/>
          </p:cNvSpPr>
          <p:nvPr>
            <p:ph idx="1"/>
          </p:nvPr>
        </p:nvSpPr>
        <p:spPr/>
        <p:txBody>
          <a:bodyPr/>
          <a:lstStyle/>
          <a:p>
            <a:pPr eaLnBrk="1" hangingPunct="1"/>
            <a:r>
              <a:rPr lang="es-MX" smtClean="0"/>
              <a:t>Cuando no existe un campo con valores únicos en una tabla, podemos crearlo empleando un tipo </a:t>
            </a:r>
            <a:r>
              <a:rPr lang="es-MX" smtClean="0">
                <a:solidFill>
                  <a:srgbClr val="FF0000"/>
                </a:solidFill>
              </a:rPr>
              <a:t>auto numérico</a:t>
            </a:r>
            <a:r>
              <a:rPr lang="es-MX" smtClean="0"/>
              <a:t>. Este corresponde a un numero progresivo, que se incrementa automáticamente al crear un nuevo registro.</a:t>
            </a:r>
          </a:p>
          <a:p>
            <a:pPr eaLnBrk="1" hangingPunct="1"/>
            <a:r>
              <a:rPr lang="es-MX" smtClean="0"/>
              <a:t>Usamos la clave primaria para vincular las tablas, esto ayuda  a garantizar que nos conectamos con el registro correcto.</a:t>
            </a:r>
            <a:br>
              <a:rPr lang="es-MX" smtClean="0"/>
            </a:br>
            <a:endParaRPr lang="es-MX" smtClean="0"/>
          </a:p>
          <a:p>
            <a:pPr eaLnBrk="1" hangingPunct="1"/>
            <a:endParaRPr lang="es-MX" smtClean="0"/>
          </a:p>
        </p:txBody>
      </p:sp>
      <p:sp>
        <p:nvSpPr>
          <p:cNvPr id="4" name="3 Explosión 1"/>
          <p:cNvSpPr/>
          <p:nvPr/>
        </p:nvSpPr>
        <p:spPr>
          <a:xfrm>
            <a:off x="8028384" y="5877272"/>
            <a:ext cx="504056" cy="57606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pPr eaLnBrk="1" hangingPunct="1"/>
            <a:r>
              <a:rPr lang="es-MX" smtClean="0"/>
              <a:t>Relaciones entre tablas</a:t>
            </a:r>
          </a:p>
        </p:txBody>
      </p:sp>
      <p:pic>
        <p:nvPicPr>
          <p:cNvPr id="45059" name="Content Placeholder 3" descr="access23.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143000" y="2857500"/>
            <a:ext cx="6264275" cy="2811463"/>
          </a:xfrm>
        </p:spPr>
      </p:pic>
      <p:sp>
        <p:nvSpPr>
          <p:cNvPr id="5" name="Slide Number Placeholder 4"/>
          <p:cNvSpPr>
            <a:spLocks noGrp="1"/>
          </p:cNvSpPr>
          <p:nvPr>
            <p:ph type="sldNum" sz="quarter" idx="12"/>
          </p:nvPr>
        </p:nvSpPr>
        <p:spPr/>
        <p:txBody>
          <a:bodyPr/>
          <a:lstStyle/>
          <a:p>
            <a:pPr>
              <a:defRPr/>
            </a:pPr>
            <a:fld id="{54DB093C-4E5E-42F2-A644-33591C323520}" type="slidenum">
              <a:rPr lang="en-US"/>
              <a:pPr>
                <a:defRPr/>
              </a:pPr>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pPr eaLnBrk="1" hangingPunct="1"/>
            <a:r>
              <a:rPr lang="es-MX" smtClean="0"/>
              <a:t>La integridad referencial</a:t>
            </a:r>
          </a:p>
        </p:txBody>
      </p:sp>
      <p:sp>
        <p:nvSpPr>
          <p:cNvPr id="46083" name="Content Placeholder 2"/>
          <p:cNvSpPr>
            <a:spLocks noGrp="1"/>
          </p:cNvSpPr>
          <p:nvPr>
            <p:ph idx="1"/>
          </p:nvPr>
        </p:nvSpPr>
        <p:spPr/>
        <p:txBody>
          <a:bodyPr/>
          <a:lstStyle/>
          <a:p>
            <a:pPr algn="ctr" eaLnBrk="1" hangingPunct="1">
              <a:buFont typeface="Wingdings 2" pitchFamily="18" charset="2"/>
              <a:buNone/>
            </a:pPr>
            <a:r>
              <a:rPr lang="es-MX" sz="3600" smtClean="0"/>
              <a:t>es un sistema de reglas que utiliza la base de datos </a:t>
            </a:r>
            <a:r>
              <a:rPr lang="es-MX" sz="3600" smtClean="0">
                <a:solidFill>
                  <a:srgbClr val="C00000"/>
                </a:solidFill>
              </a:rPr>
              <a:t>para garantizar que las relaciones entre los registros de tablas relacionadas son válidas </a:t>
            </a:r>
            <a:r>
              <a:rPr lang="es-MX" sz="3600" smtClean="0"/>
              <a:t>y que no se eliminen ni modifiquen accidentalmente datos relacionados.</a:t>
            </a:r>
          </a:p>
        </p:txBody>
      </p:sp>
      <p:sp>
        <p:nvSpPr>
          <p:cNvPr id="5" name="Slide Number Placeholder 4"/>
          <p:cNvSpPr>
            <a:spLocks noGrp="1"/>
          </p:cNvSpPr>
          <p:nvPr>
            <p:ph type="sldNum" sz="quarter" idx="12"/>
          </p:nvPr>
        </p:nvSpPr>
        <p:spPr/>
        <p:txBody>
          <a:bodyPr/>
          <a:lstStyle/>
          <a:p>
            <a:pPr>
              <a:defRPr/>
            </a:pPr>
            <a:fld id="{3D4BA30A-0A8B-401C-B56A-361BF4B549FE}" type="slidenum">
              <a:rPr lang="en-US"/>
              <a:pPr>
                <a:defRPr/>
              </a:pPr>
              <a:t>34</a:t>
            </a:fld>
            <a:endParaRPr lang="en-US"/>
          </a:p>
        </p:txBody>
      </p:sp>
      <p:pic>
        <p:nvPicPr>
          <p:cNvPr id="46085" name="Picture 5" descr="integridad.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389438" y="5581650"/>
            <a:ext cx="3810000" cy="112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5 Explosión 1"/>
          <p:cNvSpPr/>
          <p:nvPr/>
        </p:nvSpPr>
        <p:spPr>
          <a:xfrm>
            <a:off x="8028384" y="5877272"/>
            <a:ext cx="504056" cy="57606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500063" y="857250"/>
            <a:ext cx="8229600" cy="776288"/>
          </a:xfrm>
        </p:spPr>
        <p:txBody>
          <a:bodyPr/>
          <a:lstStyle/>
          <a:p>
            <a:pPr eaLnBrk="1" hangingPunct="1"/>
            <a:r>
              <a:rPr lang="es-MX" sz="4000" smtClean="0"/>
              <a:t>Ejemplo del formato de diseño lógico</a:t>
            </a:r>
          </a:p>
        </p:txBody>
      </p:sp>
      <p:sp>
        <p:nvSpPr>
          <p:cNvPr id="3" name="Content Placeholder 2"/>
          <p:cNvSpPr>
            <a:spLocks noGrp="1"/>
          </p:cNvSpPr>
          <p:nvPr>
            <p:ph idx="1"/>
          </p:nvPr>
        </p:nvSpPr>
        <p:spPr>
          <a:xfrm>
            <a:off x="457200" y="1785938"/>
            <a:ext cx="8229600" cy="4538662"/>
          </a:xfrm>
          <a:solidFill>
            <a:schemeClr val="accent5">
              <a:lumMod val="60000"/>
              <a:lumOff val="40000"/>
            </a:schemeClr>
          </a:solidFill>
          <a:effectLst>
            <a:outerShdw blurRad="50800" dist="50800" dir="5400000" algn="ctr" rotWithShape="0">
              <a:schemeClr val="accent1">
                <a:lumMod val="20000"/>
                <a:lumOff val="80000"/>
              </a:schemeClr>
            </a:outerShdw>
          </a:effectLst>
        </p:spPr>
        <p:txBody>
          <a:bodyPr>
            <a:normAutofit/>
          </a:bodyPr>
          <a:lstStyle/>
          <a:p>
            <a:pPr marL="274320" indent="-274320" eaLnBrk="1" fontAlgn="auto" hangingPunct="1">
              <a:spcBef>
                <a:spcPts val="600"/>
              </a:spcBef>
              <a:spcAft>
                <a:spcPts val="0"/>
              </a:spcAft>
              <a:buClr>
                <a:schemeClr val="accent3"/>
              </a:buClr>
              <a:buFont typeface="Wingdings 2"/>
              <a:buChar char=""/>
              <a:defRPr/>
            </a:pPr>
            <a:r>
              <a:rPr lang="es-ES" dirty="0" smtClean="0">
                <a:solidFill>
                  <a:srgbClr val="FF0000"/>
                </a:solidFill>
              </a:rPr>
              <a:t>Finalidad</a:t>
            </a:r>
            <a:r>
              <a:rPr lang="es-ES" dirty="0" smtClean="0"/>
              <a:t> :     </a:t>
            </a:r>
            <a:r>
              <a:rPr lang="es-MX" i="1" dirty="0" smtClean="0"/>
              <a:t>Los alumnos de tercer semestre están reuniendo fondos para un viaje de practicas   ($400     c/u). y requieren una base de datos para </a:t>
            </a:r>
            <a:r>
              <a:rPr lang="es-MX" i="1" dirty="0" smtClean="0">
                <a:solidFill>
                  <a:srgbClr val="170B5D"/>
                </a:solidFill>
              </a:rPr>
              <a:t>llevar el control de las aportaciones, </a:t>
            </a:r>
            <a:r>
              <a:rPr lang="es-MX" i="1" dirty="0" smtClean="0"/>
              <a:t>permitiendo responder las preguntas: </a:t>
            </a:r>
            <a:br>
              <a:rPr lang="es-MX" i="1" dirty="0" smtClean="0"/>
            </a:br>
            <a:r>
              <a:rPr lang="es-MX" i="1" dirty="0" smtClean="0"/>
              <a:t/>
            </a:r>
            <a:br>
              <a:rPr lang="es-MX" i="1" dirty="0" smtClean="0"/>
            </a:br>
            <a:r>
              <a:rPr lang="es-MX" i="1" dirty="0" smtClean="0">
                <a:solidFill>
                  <a:srgbClr val="0070C0"/>
                </a:solidFill>
              </a:rPr>
              <a:t>¿quienes han pagado y cuanto?, </a:t>
            </a:r>
            <a:br>
              <a:rPr lang="es-MX" i="1" dirty="0" smtClean="0">
                <a:solidFill>
                  <a:srgbClr val="0070C0"/>
                </a:solidFill>
              </a:rPr>
            </a:br>
            <a:r>
              <a:rPr lang="es-MX" i="1" dirty="0" smtClean="0">
                <a:solidFill>
                  <a:srgbClr val="0070C0"/>
                </a:solidFill>
              </a:rPr>
              <a:t>¿Cuánto ha aportado un alumno? </a:t>
            </a:r>
            <a:br>
              <a:rPr lang="es-MX" i="1" dirty="0" smtClean="0">
                <a:solidFill>
                  <a:srgbClr val="0070C0"/>
                </a:solidFill>
              </a:rPr>
            </a:br>
            <a:r>
              <a:rPr lang="es-MX" i="1" dirty="0" smtClean="0">
                <a:solidFill>
                  <a:srgbClr val="0070C0"/>
                </a:solidFill>
              </a:rPr>
              <a:t>¿Quienes faltan por pagar y cuanto? </a:t>
            </a:r>
            <a:br>
              <a:rPr lang="es-MX" i="1" dirty="0" smtClean="0">
                <a:solidFill>
                  <a:srgbClr val="0070C0"/>
                </a:solidFill>
              </a:rPr>
            </a:br>
            <a:r>
              <a:rPr lang="es-MX" i="1" dirty="0" smtClean="0">
                <a:solidFill>
                  <a:srgbClr val="0070C0"/>
                </a:solidFill>
              </a:rPr>
              <a:t>¿Cuánto ha aportado un alumno?, </a:t>
            </a:r>
            <a:br>
              <a:rPr lang="es-MX" i="1" dirty="0" smtClean="0">
                <a:solidFill>
                  <a:srgbClr val="0070C0"/>
                </a:solidFill>
              </a:rPr>
            </a:br>
            <a:r>
              <a:rPr lang="es-MX" i="1" dirty="0" smtClean="0">
                <a:solidFill>
                  <a:srgbClr val="0070C0"/>
                </a:solidFill>
              </a:rPr>
              <a:t>¿Cuánto debe un alumno?</a:t>
            </a:r>
            <a:endParaRPr lang="es-MX" dirty="0">
              <a:solidFill>
                <a:srgbClr val="0070C0"/>
              </a:solidFill>
            </a:endParaRPr>
          </a:p>
        </p:txBody>
      </p:sp>
      <p:sp>
        <p:nvSpPr>
          <p:cNvPr id="5" name="Slide Number Placeholder 4"/>
          <p:cNvSpPr>
            <a:spLocks noGrp="1"/>
          </p:cNvSpPr>
          <p:nvPr>
            <p:ph type="sldNum" sz="quarter" idx="12"/>
          </p:nvPr>
        </p:nvSpPr>
        <p:spPr/>
        <p:txBody>
          <a:bodyPr/>
          <a:lstStyle/>
          <a:p>
            <a:pPr>
              <a:defRPr/>
            </a:pPr>
            <a:fld id="{26401389-2883-479E-A17E-F96EBE694A3C}" type="slidenum">
              <a:rPr lang="en-US"/>
              <a:pPr>
                <a:defRPr/>
              </a:pPr>
              <a:t>35</a:t>
            </a:fld>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pPr eaLnBrk="1" hangingPunct="1"/>
            <a:r>
              <a:rPr lang="es-MX" sz="4000" smtClean="0"/>
              <a:t>Tablas, campos y relaciones</a:t>
            </a:r>
          </a:p>
        </p:txBody>
      </p:sp>
      <p:sp>
        <p:nvSpPr>
          <p:cNvPr id="3" name="Content Placeholder 2"/>
          <p:cNvSpPr>
            <a:spLocks noGrp="1"/>
          </p:cNvSpPr>
          <p:nvPr>
            <p:ph idx="1"/>
          </p:nvPr>
        </p:nvSpPr>
        <p:spPr>
          <a:solidFill>
            <a:schemeClr val="accent5">
              <a:lumMod val="60000"/>
              <a:lumOff val="40000"/>
            </a:schemeClr>
          </a:solidFill>
        </p:spPr>
        <p:txBody>
          <a:bodyPr>
            <a:normAutofit/>
          </a:bodyPr>
          <a:lstStyle/>
          <a:p>
            <a:pPr marL="274320" indent="-274320" eaLnBrk="1" fontAlgn="auto" hangingPunct="1">
              <a:spcAft>
                <a:spcPts val="0"/>
              </a:spcAft>
              <a:buClr>
                <a:schemeClr val="accent3"/>
              </a:buClr>
              <a:buFont typeface="Wingdings 2"/>
              <a:buChar char=""/>
              <a:defRPr/>
            </a:pPr>
            <a:r>
              <a:rPr lang="es-MX" dirty="0" smtClean="0"/>
              <a:t>Tablas    Alumnos     y     Pagos </a:t>
            </a:r>
          </a:p>
          <a:p>
            <a:pPr marL="274320" indent="-274320" eaLnBrk="1" fontAlgn="auto" hangingPunct="1">
              <a:spcAft>
                <a:spcPts val="0"/>
              </a:spcAft>
              <a:buClr>
                <a:schemeClr val="accent3"/>
              </a:buClr>
              <a:buFont typeface="Wingdings 2"/>
              <a:buChar char=""/>
              <a:defRPr/>
            </a:pPr>
            <a:endParaRPr lang="es-MX" dirty="0" smtClean="0"/>
          </a:p>
          <a:p>
            <a:pPr marL="274320" indent="-274320" eaLnBrk="1" fontAlgn="auto" hangingPunct="1">
              <a:spcAft>
                <a:spcPts val="0"/>
              </a:spcAft>
              <a:buClr>
                <a:schemeClr val="accent3"/>
              </a:buClr>
              <a:buFont typeface="Wingdings 2"/>
              <a:buChar char=""/>
              <a:defRPr/>
            </a:pPr>
            <a:endParaRPr lang="es-MX" dirty="0" smtClean="0"/>
          </a:p>
          <a:p>
            <a:pPr marL="274320" indent="-274320" eaLnBrk="1" fontAlgn="auto" hangingPunct="1">
              <a:spcAft>
                <a:spcPts val="0"/>
              </a:spcAft>
              <a:buClr>
                <a:schemeClr val="accent3"/>
              </a:buClr>
              <a:buFont typeface="Wingdings 2"/>
              <a:buChar char=""/>
              <a:defRPr/>
            </a:pPr>
            <a:endParaRPr lang="es-MX" dirty="0" smtClean="0"/>
          </a:p>
          <a:p>
            <a:pPr marL="274320" indent="-274320" eaLnBrk="1" fontAlgn="auto" hangingPunct="1">
              <a:spcAft>
                <a:spcPts val="0"/>
              </a:spcAft>
              <a:buClr>
                <a:schemeClr val="accent3"/>
              </a:buClr>
              <a:buFont typeface="Wingdings 2"/>
              <a:buChar char=""/>
              <a:defRPr/>
            </a:pPr>
            <a:endParaRPr lang="es-MX" dirty="0" smtClean="0"/>
          </a:p>
          <a:p>
            <a:pPr marL="274320" indent="-274320" eaLnBrk="1" fontAlgn="auto" hangingPunct="1">
              <a:spcAft>
                <a:spcPts val="0"/>
              </a:spcAft>
              <a:buClr>
                <a:schemeClr val="accent3"/>
              </a:buClr>
              <a:buFont typeface="Wingdings 2"/>
              <a:buChar char=""/>
              <a:defRPr/>
            </a:pPr>
            <a:endParaRPr lang="es-MX" dirty="0" smtClean="0"/>
          </a:p>
          <a:p>
            <a:pPr marL="274320" indent="-274320" eaLnBrk="1" fontAlgn="auto" hangingPunct="1">
              <a:spcAft>
                <a:spcPts val="0"/>
              </a:spcAft>
              <a:buClr>
                <a:schemeClr val="accent3"/>
              </a:buClr>
              <a:buFont typeface="Wingdings 2"/>
              <a:buChar char=""/>
              <a:defRPr/>
            </a:pPr>
            <a:endParaRPr lang="es-MX" dirty="0" smtClean="0"/>
          </a:p>
          <a:p>
            <a:pPr marL="274320" indent="-274320" eaLnBrk="1" fontAlgn="auto" hangingPunct="1">
              <a:spcAft>
                <a:spcPts val="0"/>
              </a:spcAft>
              <a:buClr>
                <a:schemeClr val="accent3"/>
              </a:buClr>
              <a:buFont typeface="Wingdings 2"/>
              <a:buChar char=""/>
              <a:defRPr/>
            </a:pPr>
            <a:r>
              <a:rPr lang="es-MX" dirty="0" smtClean="0"/>
              <a:t>Relaciones propuestas</a:t>
            </a:r>
            <a:endParaRPr lang="es-MX" dirty="0"/>
          </a:p>
        </p:txBody>
      </p:sp>
      <p:sp>
        <p:nvSpPr>
          <p:cNvPr id="5" name="Slide Number Placeholder 4"/>
          <p:cNvSpPr>
            <a:spLocks noGrp="1"/>
          </p:cNvSpPr>
          <p:nvPr>
            <p:ph type="sldNum" sz="quarter" idx="12"/>
          </p:nvPr>
        </p:nvSpPr>
        <p:spPr/>
        <p:txBody>
          <a:bodyPr/>
          <a:lstStyle/>
          <a:p>
            <a:pPr>
              <a:defRPr/>
            </a:pPr>
            <a:fld id="{8D56A909-E69D-41EE-AD8B-E800CABC4606}" type="slidenum">
              <a:rPr lang="en-US"/>
              <a:pPr>
                <a:defRPr/>
              </a:pPr>
              <a:t>36</a:t>
            </a:fld>
            <a:endParaRPr lang="en-US"/>
          </a:p>
        </p:txBody>
      </p:sp>
      <p:graphicFrame>
        <p:nvGraphicFramePr>
          <p:cNvPr id="7" name="Table 6"/>
          <p:cNvGraphicFramePr>
            <a:graphicFrameLocks noGrp="1"/>
          </p:cNvGraphicFramePr>
          <p:nvPr/>
        </p:nvGraphicFramePr>
        <p:xfrm>
          <a:off x="4286250" y="2428875"/>
          <a:ext cx="2386013" cy="1854200"/>
        </p:xfrm>
        <a:graphic>
          <a:graphicData uri="http://schemas.openxmlformats.org/drawingml/2006/table">
            <a:tbl>
              <a:tblPr firstRow="1" bandRow="1">
                <a:tableStyleId>{5C22544A-7EE6-4342-B048-85BDC9FD1C3A}</a:tableStyleId>
              </a:tblPr>
              <a:tblGrid>
                <a:gridCol w="1040633"/>
                <a:gridCol w="1345380"/>
              </a:tblGrid>
              <a:tr h="370840">
                <a:tc>
                  <a:txBody>
                    <a:bodyPr/>
                    <a:lstStyle/>
                    <a:p>
                      <a:r>
                        <a:rPr lang="es-MX" sz="1400" dirty="0" smtClean="0"/>
                        <a:t>Nombre</a:t>
                      </a:r>
                      <a:endParaRPr lang="es-MX" sz="1400" dirty="0"/>
                    </a:p>
                  </a:txBody>
                  <a:tcPr marL="91462" marR="91462"/>
                </a:tc>
                <a:tc>
                  <a:txBody>
                    <a:bodyPr/>
                    <a:lstStyle/>
                    <a:p>
                      <a:r>
                        <a:rPr lang="es-MX" sz="1400" dirty="0" smtClean="0"/>
                        <a:t>Tipo</a:t>
                      </a:r>
                      <a:endParaRPr lang="es-MX" sz="1400" dirty="0"/>
                    </a:p>
                  </a:txBody>
                  <a:tcPr marL="91462" marR="91462"/>
                </a:tc>
              </a:tr>
              <a:tr h="370840">
                <a:tc>
                  <a:txBody>
                    <a:bodyPr/>
                    <a:lstStyle/>
                    <a:p>
                      <a:r>
                        <a:rPr lang="es-MX" sz="1400" dirty="0" err="1" smtClean="0"/>
                        <a:t>IDPago</a:t>
                      </a:r>
                      <a:endParaRPr lang="es-MX" sz="1400" dirty="0"/>
                    </a:p>
                  </a:txBody>
                  <a:tcPr marL="91462" marR="91462"/>
                </a:tc>
                <a:tc>
                  <a:txBody>
                    <a:bodyPr/>
                    <a:lstStyle/>
                    <a:p>
                      <a:r>
                        <a:rPr lang="es-MX" sz="1400" dirty="0" smtClean="0"/>
                        <a:t>Auto numérico</a:t>
                      </a:r>
                      <a:endParaRPr lang="es-MX" sz="1400" dirty="0"/>
                    </a:p>
                  </a:txBody>
                  <a:tcPr marL="91462" marR="91462"/>
                </a:tc>
              </a:tr>
              <a:tr h="370840">
                <a:tc>
                  <a:txBody>
                    <a:bodyPr/>
                    <a:lstStyle/>
                    <a:p>
                      <a:r>
                        <a:rPr lang="es-MX" sz="1400" dirty="0" err="1" smtClean="0"/>
                        <a:t>IDAlumno</a:t>
                      </a:r>
                      <a:endParaRPr lang="es-MX" sz="1400" dirty="0"/>
                    </a:p>
                  </a:txBody>
                  <a:tcPr marL="91462" marR="91462"/>
                </a:tc>
                <a:tc>
                  <a:txBody>
                    <a:bodyPr/>
                    <a:lstStyle/>
                    <a:p>
                      <a:r>
                        <a:rPr lang="es-MX" sz="1400" dirty="0" smtClean="0"/>
                        <a:t>Entero Largo</a:t>
                      </a:r>
                      <a:endParaRPr lang="es-MX" sz="1400" dirty="0"/>
                    </a:p>
                  </a:txBody>
                  <a:tcPr marL="91462" marR="91462"/>
                </a:tc>
              </a:tr>
              <a:tr h="370840">
                <a:tc>
                  <a:txBody>
                    <a:bodyPr/>
                    <a:lstStyle/>
                    <a:p>
                      <a:r>
                        <a:rPr lang="es-MX" sz="1400" dirty="0" smtClean="0"/>
                        <a:t>Fecha</a:t>
                      </a:r>
                      <a:endParaRPr lang="es-MX" sz="1400" dirty="0"/>
                    </a:p>
                  </a:txBody>
                  <a:tcPr marL="91462" marR="91462"/>
                </a:tc>
                <a:tc>
                  <a:txBody>
                    <a:bodyPr/>
                    <a:lstStyle/>
                    <a:p>
                      <a:r>
                        <a:rPr lang="es-MX" sz="1400" dirty="0" smtClean="0"/>
                        <a:t>Fecha</a:t>
                      </a:r>
                      <a:endParaRPr lang="es-MX" sz="1400" dirty="0"/>
                    </a:p>
                  </a:txBody>
                  <a:tcPr marL="91462" marR="91462"/>
                </a:tc>
              </a:tr>
              <a:tr h="370840">
                <a:tc>
                  <a:txBody>
                    <a:bodyPr/>
                    <a:lstStyle/>
                    <a:p>
                      <a:r>
                        <a:rPr lang="es-MX" sz="1400" dirty="0" smtClean="0"/>
                        <a:t>Pago</a:t>
                      </a:r>
                      <a:endParaRPr lang="es-MX" sz="1400" dirty="0"/>
                    </a:p>
                  </a:txBody>
                  <a:tcPr marL="91462" marR="91462"/>
                </a:tc>
                <a:tc>
                  <a:txBody>
                    <a:bodyPr/>
                    <a:lstStyle/>
                    <a:p>
                      <a:r>
                        <a:rPr lang="es-MX" sz="1400" dirty="0" smtClean="0"/>
                        <a:t>Moneda</a:t>
                      </a:r>
                      <a:endParaRPr lang="es-MX" sz="1400" dirty="0"/>
                    </a:p>
                  </a:txBody>
                  <a:tcPr marL="91462" marR="91462"/>
                </a:tc>
              </a:tr>
            </a:tbl>
          </a:graphicData>
        </a:graphic>
      </p:graphicFrame>
      <p:graphicFrame>
        <p:nvGraphicFramePr>
          <p:cNvPr id="8" name="Table 7"/>
          <p:cNvGraphicFramePr>
            <a:graphicFrameLocks noGrp="1"/>
          </p:cNvGraphicFramePr>
          <p:nvPr/>
        </p:nvGraphicFramePr>
        <p:xfrm>
          <a:off x="1143000" y="2500313"/>
          <a:ext cx="2259013" cy="2595565"/>
        </p:xfrm>
        <a:graphic>
          <a:graphicData uri="http://schemas.openxmlformats.org/drawingml/2006/table">
            <a:tbl>
              <a:tblPr firstRow="1" bandRow="1">
                <a:tableStyleId>{5C22544A-7EE6-4342-B048-85BDC9FD1C3A}</a:tableStyleId>
              </a:tblPr>
              <a:tblGrid>
                <a:gridCol w="1040092"/>
                <a:gridCol w="1218921"/>
              </a:tblGrid>
              <a:tr h="370795">
                <a:tc>
                  <a:txBody>
                    <a:bodyPr/>
                    <a:lstStyle/>
                    <a:p>
                      <a:r>
                        <a:rPr lang="es-MX" sz="1400" dirty="0" smtClean="0"/>
                        <a:t>Nombre</a:t>
                      </a:r>
                      <a:endParaRPr lang="es-MX" sz="1400" dirty="0"/>
                    </a:p>
                  </a:txBody>
                  <a:tcPr marL="91414" marR="91414" marT="45714" marB="45714"/>
                </a:tc>
                <a:tc>
                  <a:txBody>
                    <a:bodyPr/>
                    <a:lstStyle/>
                    <a:p>
                      <a:r>
                        <a:rPr lang="es-MX" sz="1400" dirty="0" smtClean="0"/>
                        <a:t>Tipo</a:t>
                      </a:r>
                      <a:endParaRPr lang="es-MX" sz="1400" dirty="0"/>
                    </a:p>
                  </a:txBody>
                  <a:tcPr marL="91414" marR="91414" marT="45714" marB="45714"/>
                </a:tc>
              </a:tr>
              <a:tr h="370795">
                <a:tc>
                  <a:txBody>
                    <a:bodyPr/>
                    <a:lstStyle/>
                    <a:p>
                      <a:r>
                        <a:rPr lang="es-MX" sz="1400" dirty="0" err="1" smtClean="0"/>
                        <a:t>IDAlumno</a:t>
                      </a:r>
                      <a:endParaRPr lang="es-MX" sz="1400" dirty="0"/>
                    </a:p>
                  </a:txBody>
                  <a:tcPr marL="91414" marR="91414" marT="45714" marB="45714"/>
                </a:tc>
                <a:tc>
                  <a:txBody>
                    <a:bodyPr/>
                    <a:lstStyle/>
                    <a:p>
                      <a:r>
                        <a:rPr lang="es-MX" sz="1400" dirty="0" smtClean="0"/>
                        <a:t>Entero Largo</a:t>
                      </a:r>
                      <a:endParaRPr lang="es-MX" sz="1400" dirty="0"/>
                    </a:p>
                  </a:txBody>
                  <a:tcPr marL="91414" marR="91414" marT="45714" marB="45714"/>
                </a:tc>
              </a:tr>
              <a:tr h="370795">
                <a:tc>
                  <a:txBody>
                    <a:bodyPr/>
                    <a:lstStyle/>
                    <a:p>
                      <a:r>
                        <a:rPr lang="es-MX" sz="1400" dirty="0" smtClean="0"/>
                        <a:t>Paterno</a:t>
                      </a:r>
                      <a:endParaRPr lang="es-MX" sz="1400" dirty="0"/>
                    </a:p>
                  </a:txBody>
                  <a:tcPr marL="91414" marR="91414" marT="45714" marB="45714"/>
                </a:tc>
                <a:tc>
                  <a:txBody>
                    <a:bodyPr/>
                    <a:lstStyle/>
                    <a:p>
                      <a:r>
                        <a:rPr lang="es-MX" sz="1400" dirty="0" smtClean="0"/>
                        <a:t>Texto</a:t>
                      </a:r>
                      <a:endParaRPr lang="es-MX" sz="1400" dirty="0"/>
                    </a:p>
                  </a:txBody>
                  <a:tcPr marL="91414" marR="91414" marT="45714" marB="45714"/>
                </a:tc>
              </a:tr>
              <a:tr h="370795">
                <a:tc>
                  <a:txBody>
                    <a:bodyPr/>
                    <a:lstStyle/>
                    <a:p>
                      <a:r>
                        <a:rPr lang="es-MX" sz="1400" dirty="0" smtClean="0"/>
                        <a:t>Materno</a:t>
                      </a:r>
                      <a:endParaRPr lang="es-MX" sz="1400" dirty="0"/>
                    </a:p>
                  </a:txBody>
                  <a:tcPr marL="91414" marR="91414" marT="45714" marB="45714"/>
                </a:tc>
                <a:tc>
                  <a:txBody>
                    <a:bodyPr/>
                    <a:lstStyle/>
                    <a:p>
                      <a:r>
                        <a:rPr lang="es-MX" sz="1400" dirty="0" smtClean="0"/>
                        <a:t>Texto</a:t>
                      </a:r>
                      <a:endParaRPr lang="es-MX" sz="1400" dirty="0"/>
                    </a:p>
                  </a:txBody>
                  <a:tcPr marL="91414" marR="91414" marT="45714" marB="45714"/>
                </a:tc>
              </a:tr>
              <a:tr h="370795">
                <a:tc>
                  <a:txBody>
                    <a:bodyPr/>
                    <a:lstStyle/>
                    <a:p>
                      <a:r>
                        <a:rPr lang="es-MX" sz="1400" dirty="0" smtClean="0"/>
                        <a:t>Nombre1</a:t>
                      </a:r>
                      <a:endParaRPr lang="es-MX" sz="1400" dirty="0"/>
                    </a:p>
                  </a:txBody>
                  <a:tcPr marL="91414" marR="91414" marT="45714" marB="45714"/>
                </a:tc>
                <a:tc>
                  <a:txBody>
                    <a:bodyPr/>
                    <a:lstStyle/>
                    <a:p>
                      <a:r>
                        <a:rPr lang="es-MX" sz="1400" dirty="0" smtClean="0"/>
                        <a:t>Texto</a:t>
                      </a:r>
                      <a:endParaRPr lang="es-MX" sz="1400" dirty="0"/>
                    </a:p>
                  </a:txBody>
                  <a:tcPr marL="91414" marR="91414" marT="45714" marB="45714"/>
                </a:tc>
              </a:tr>
              <a:tr h="370795">
                <a:tc>
                  <a:txBody>
                    <a:bodyPr/>
                    <a:lstStyle/>
                    <a:p>
                      <a:r>
                        <a:rPr lang="es-MX" sz="1400" dirty="0" smtClean="0"/>
                        <a:t>Nombre2</a:t>
                      </a:r>
                      <a:endParaRPr lang="es-MX" sz="1400" dirty="0"/>
                    </a:p>
                  </a:txBody>
                  <a:tcPr marL="91414" marR="91414" marT="45714" marB="45714"/>
                </a:tc>
                <a:tc>
                  <a:txBody>
                    <a:bodyPr/>
                    <a:lstStyle/>
                    <a:p>
                      <a:r>
                        <a:rPr lang="es-MX" sz="1400" dirty="0" smtClean="0"/>
                        <a:t>Texto</a:t>
                      </a:r>
                      <a:endParaRPr lang="es-MX" sz="1400" dirty="0"/>
                    </a:p>
                  </a:txBody>
                  <a:tcPr marL="91414" marR="91414" marT="45714" marB="45714"/>
                </a:tc>
              </a:tr>
              <a:tr h="370795">
                <a:tc>
                  <a:txBody>
                    <a:bodyPr/>
                    <a:lstStyle/>
                    <a:p>
                      <a:r>
                        <a:rPr lang="es-MX" sz="1400" dirty="0" smtClean="0"/>
                        <a:t>Grupo</a:t>
                      </a:r>
                      <a:endParaRPr lang="es-MX" sz="1400" dirty="0"/>
                    </a:p>
                  </a:txBody>
                  <a:tcPr marL="91414" marR="91414" marT="45714" marB="45714"/>
                </a:tc>
                <a:tc>
                  <a:txBody>
                    <a:bodyPr/>
                    <a:lstStyle/>
                    <a:p>
                      <a:r>
                        <a:rPr lang="es-MX" sz="1400" dirty="0" smtClean="0"/>
                        <a:t>Texto</a:t>
                      </a:r>
                      <a:endParaRPr lang="es-MX" sz="1400" dirty="0"/>
                    </a:p>
                  </a:txBody>
                  <a:tcPr marL="91414" marR="91414" marT="45714" marB="45714"/>
                </a:tc>
              </a:tr>
            </a:tbl>
          </a:graphicData>
        </a:graphic>
      </p:graphicFrame>
      <p:pic>
        <p:nvPicPr>
          <p:cNvPr id="4920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875" y="4572000"/>
            <a:ext cx="3571875" cy="162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p:nvSpPr>
        <p:spPr>
          <a:xfrm>
            <a:off x="1143000" y="2889250"/>
            <a:ext cx="1031875" cy="2857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MX"/>
          </a:p>
        </p:txBody>
      </p:sp>
      <p:cxnSp>
        <p:nvCxnSpPr>
          <p:cNvPr id="13" name="Elbow Connector 12"/>
          <p:cNvCxnSpPr/>
          <p:nvPr/>
        </p:nvCxnSpPr>
        <p:spPr>
          <a:xfrm>
            <a:off x="3357563" y="3071813"/>
            <a:ext cx="928687" cy="214312"/>
          </a:xfrm>
          <a:prstGeom prst="bentConnector3">
            <a:avLst>
              <a:gd name="adj1" fmla="val 50000"/>
            </a:avLst>
          </a:prstGeom>
          <a:ln w="38100">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pPr eaLnBrk="1" hangingPunct="1"/>
            <a:r>
              <a:rPr lang="es-MX" smtClean="0"/>
              <a:t>Ejercicio 1</a:t>
            </a:r>
          </a:p>
        </p:txBody>
      </p:sp>
      <p:sp>
        <p:nvSpPr>
          <p:cNvPr id="51203" name="Content Placeholder 2"/>
          <p:cNvSpPr>
            <a:spLocks noGrp="1"/>
          </p:cNvSpPr>
          <p:nvPr>
            <p:ph idx="1"/>
          </p:nvPr>
        </p:nvSpPr>
        <p:spPr>
          <a:xfrm>
            <a:off x="457200" y="1935163"/>
            <a:ext cx="5329238" cy="4389437"/>
          </a:xfrm>
        </p:spPr>
        <p:txBody>
          <a:bodyPr/>
          <a:lstStyle/>
          <a:p>
            <a:pPr eaLnBrk="1" hangingPunct="1"/>
            <a:r>
              <a:rPr lang="es-MX" smtClean="0"/>
              <a:t>Suponga que le han solicitado diseñar una base de datos para manejar las citas a un consultorio dental. </a:t>
            </a:r>
            <a:br>
              <a:rPr lang="es-MX" smtClean="0"/>
            </a:br>
            <a:r>
              <a:rPr lang="es-MX" smtClean="0"/>
              <a:t>Para ello empleará dos tablas relacionadas: PACIENTES y CITAS. Proponga la estructura de las tablas y sus relaciones y cree una base de datos simple.</a:t>
            </a:r>
            <a:br>
              <a:rPr lang="es-MX" smtClean="0"/>
            </a:br>
            <a:r>
              <a:rPr lang="es-MX" smtClean="0"/>
              <a:t/>
            </a:r>
            <a:br>
              <a:rPr lang="es-MX" smtClean="0"/>
            </a:br>
            <a:r>
              <a:rPr lang="es-MX" sz="1200" smtClean="0"/>
              <a:t>Nota: Utilice los datos de los alumnos como base para la tabla PACIENTES.</a:t>
            </a:r>
          </a:p>
        </p:txBody>
      </p:sp>
      <p:pic>
        <p:nvPicPr>
          <p:cNvPr id="51204" name="Picture 4" descr="dentista.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10250" y="2071688"/>
            <a:ext cx="3048000"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pPr eaLnBrk="1" hangingPunct="1"/>
            <a:r>
              <a:rPr lang="es-MX" smtClean="0"/>
              <a:t>Ejercicio 2</a:t>
            </a:r>
          </a:p>
        </p:txBody>
      </p:sp>
      <p:sp>
        <p:nvSpPr>
          <p:cNvPr id="52227" name="Content Placeholder 2"/>
          <p:cNvSpPr>
            <a:spLocks noGrp="1"/>
          </p:cNvSpPr>
          <p:nvPr>
            <p:ph idx="1"/>
          </p:nvPr>
        </p:nvSpPr>
        <p:spPr>
          <a:xfrm>
            <a:off x="457200" y="1935163"/>
            <a:ext cx="6757988" cy="4389437"/>
          </a:xfrm>
        </p:spPr>
        <p:txBody>
          <a:bodyPr/>
          <a:lstStyle/>
          <a:p>
            <a:pPr eaLnBrk="1" hangingPunct="1"/>
            <a:r>
              <a:rPr lang="es-MX" smtClean="0"/>
              <a:t>Se le ha solicitado desarrollar una base de datos para registrar las inscripciones de los alumnos de tercero de administración a 3 talleres (Finanzas, Calidad Total y Control de Inventarios). El costo de cada taller es de $100. </a:t>
            </a:r>
          </a:p>
          <a:p>
            <a:pPr eaLnBrk="1" hangingPunct="1"/>
            <a:r>
              <a:rPr lang="es-MX" smtClean="0"/>
              <a:t>Proponga la estructura de las tablas necesarias y sus relaciones y cree una base de datos simple.</a:t>
            </a:r>
          </a:p>
        </p:txBody>
      </p:sp>
      <p:pic>
        <p:nvPicPr>
          <p:cNvPr id="52228" name="Picture 3" descr="Ciro.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43750" y="1928813"/>
            <a:ext cx="1809750"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6929438" y="5286375"/>
            <a:ext cx="1928812" cy="2857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MX"/>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pPr eaLnBrk="1" hangingPunct="1"/>
            <a:r>
              <a:rPr lang="es-MX" smtClean="0"/>
              <a:t>Ejercicio 3</a:t>
            </a:r>
          </a:p>
        </p:txBody>
      </p:sp>
      <p:sp>
        <p:nvSpPr>
          <p:cNvPr id="3" name="Content Placeholder 2"/>
          <p:cNvSpPr>
            <a:spLocks noGrp="1"/>
          </p:cNvSpPr>
          <p:nvPr>
            <p:ph idx="1"/>
          </p:nvPr>
        </p:nvSpPr>
        <p:spPr>
          <a:xfrm>
            <a:off x="457200" y="1935163"/>
            <a:ext cx="4757738" cy="4389437"/>
          </a:xfrm>
        </p:spPr>
        <p:txBody>
          <a:bodyPr>
            <a:normAutofit lnSpcReduction="10000"/>
          </a:bodyPr>
          <a:lstStyle/>
          <a:p>
            <a:pPr marL="274320" indent="-274320" eaLnBrk="1" fontAlgn="auto" hangingPunct="1">
              <a:spcAft>
                <a:spcPts val="0"/>
              </a:spcAft>
              <a:buClr>
                <a:schemeClr val="accent3"/>
              </a:buClr>
              <a:buFont typeface="Wingdings 2"/>
              <a:buChar char=""/>
              <a:defRPr/>
            </a:pPr>
            <a:r>
              <a:rPr lang="es-ES_tradnl" dirty="0" smtClean="0"/>
              <a:t>Se le ha solicitado desarrollar una base de datos para una agencia automotriz. Para ello cree cuatro tablas denominadas Vehículos, Vendedores, Clientes y Ventas.</a:t>
            </a:r>
          </a:p>
          <a:p>
            <a:pPr marL="274320" indent="-274320" eaLnBrk="1" fontAlgn="auto" hangingPunct="1">
              <a:spcAft>
                <a:spcPts val="0"/>
              </a:spcAft>
              <a:buClr>
                <a:schemeClr val="accent3"/>
              </a:buClr>
              <a:buFont typeface="Wingdings 2"/>
              <a:buChar char=""/>
              <a:defRPr/>
            </a:pPr>
            <a:r>
              <a:rPr lang="es-MX" dirty="0" smtClean="0"/>
              <a:t>Proponga la estructura de las tablas necesarias y sus relaciones y cree una base de datos simple.</a:t>
            </a:r>
          </a:p>
          <a:p>
            <a:pPr marL="274320" indent="-274320" eaLnBrk="1" fontAlgn="auto" hangingPunct="1">
              <a:spcAft>
                <a:spcPts val="0"/>
              </a:spcAft>
              <a:buClr>
                <a:schemeClr val="accent3"/>
              </a:buClr>
              <a:buFont typeface="Wingdings 2"/>
              <a:buChar char=""/>
              <a:defRPr/>
            </a:pPr>
            <a:endParaRPr lang="es-MX" dirty="0"/>
          </a:p>
        </p:txBody>
      </p:sp>
      <p:pic>
        <p:nvPicPr>
          <p:cNvPr id="53252" name="Picture 3" descr="auto.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43500" y="2000250"/>
            <a:ext cx="38100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1487</TotalTime>
  <Words>1393</Words>
  <Application>Microsoft Office PowerPoint</Application>
  <PresentationFormat>Presentación en pantalla (4:3)</PresentationFormat>
  <Paragraphs>300</Paragraphs>
  <Slides>39</Slides>
  <Notes>1</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39</vt:i4>
      </vt:variant>
    </vt:vector>
  </HeadingPairs>
  <TitlesOfParts>
    <vt:vector size="48" baseType="lpstr">
      <vt:lpstr>Constantia</vt:lpstr>
      <vt:lpstr>Arial</vt:lpstr>
      <vt:lpstr>Calibri</vt:lpstr>
      <vt:lpstr>Wingdings 2</vt:lpstr>
      <vt:lpstr>Times New Roman</vt:lpstr>
      <vt:lpstr>Monotype Sorts</vt:lpstr>
      <vt:lpstr>BellGothic BT</vt:lpstr>
      <vt:lpstr>Symbol</vt:lpstr>
      <vt:lpstr>Flow</vt:lpstr>
      <vt:lpstr>Conceptos de  bases de datos</vt:lpstr>
      <vt:lpstr>Presentación de PowerPoint</vt:lpstr>
      <vt:lpstr>¿Qué es una base de datos?</vt:lpstr>
      <vt:lpstr>Toma de decisiones mediante BD</vt:lpstr>
      <vt:lpstr>¿Qué es un Gestor de Bases de Datos?</vt:lpstr>
      <vt:lpstr>SqlYog proporciona los siguientes servicios</vt:lpstr>
      <vt:lpstr>Datos  vs  Información</vt:lpstr>
      <vt:lpstr>Conceptos básicos</vt:lpstr>
      <vt:lpstr>Ejemplo de tabla</vt:lpstr>
      <vt:lpstr>Objetos de una Base de Datos</vt:lpstr>
      <vt:lpstr>Operaciones con la Base de Datos</vt:lpstr>
      <vt:lpstr>Introducción a las Tablas</vt:lpstr>
      <vt:lpstr>Introducción a las Consultas</vt:lpstr>
      <vt:lpstr>Acciones que realizan las Consultas</vt:lpstr>
      <vt:lpstr>Diseño de Bases de Datos</vt:lpstr>
      <vt:lpstr>Diseñe y documente su base de datos</vt:lpstr>
      <vt:lpstr>Determinar el propósito:</vt:lpstr>
      <vt:lpstr>Determinar las tablas. </vt:lpstr>
      <vt:lpstr>Determinar las tablas. </vt:lpstr>
      <vt:lpstr>Preguntas que hacer</vt:lpstr>
      <vt:lpstr>Opciones de Bases de Datos</vt:lpstr>
      <vt:lpstr>¿Qué es una base de datos relacional? </vt:lpstr>
      <vt:lpstr>Determinar los campos. </vt:lpstr>
      <vt:lpstr>Tipos de datos</vt:lpstr>
      <vt:lpstr>Tipos de datos Numéricos</vt:lpstr>
      <vt:lpstr>Reglas básicas de diseño</vt:lpstr>
      <vt:lpstr>Reglas básicas de diseño</vt:lpstr>
      <vt:lpstr>Reglas básicas de diseño</vt:lpstr>
      <vt:lpstr>Reglas básicas de diseño</vt:lpstr>
      <vt:lpstr>Reglas básicas de diseño</vt:lpstr>
      <vt:lpstr>Clave primaria </vt:lpstr>
      <vt:lpstr>Clave Primaria</vt:lpstr>
      <vt:lpstr>Relaciones entre tablas</vt:lpstr>
      <vt:lpstr>La integridad referencial</vt:lpstr>
      <vt:lpstr>Ejemplo del formato de diseño lógico</vt:lpstr>
      <vt:lpstr>Tablas, campos y relaciones</vt:lpstr>
      <vt:lpstr>Ejercicio 1</vt:lpstr>
      <vt:lpstr>Ejercicio 2</vt:lpstr>
      <vt:lpstr>Ejercicio 3</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Conceptos de  bases de datos</dc:title>
  <dc:creator>Fenix</dc:creator>
  <cp:lastModifiedBy>Fenix</cp:lastModifiedBy>
  <cp:revision>68</cp:revision>
  <dcterms:created xsi:type="dcterms:W3CDTF">2009-10-27T18:38:46Z</dcterms:created>
  <dcterms:modified xsi:type="dcterms:W3CDTF">2022-02-07T15:58:03Z</dcterms:modified>
</cp:coreProperties>
</file>